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59" r:id="rId4"/>
    <p:sldId id="260" r:id="rId5"/>
    <p:sldId id="257" r:id="rId6"/>
    <p:sldId id="261" r:id="rId7"/>
    <p:sldId id="262" r:id="rId8"/>
    <p:sldId id="266" r:id="rId9"/>
    <p:sldId id="267" r:id="rId10"/>
    <p:sldId id="268" r:id="rId11"/>
    <p:sldId id="269" r:id="rId12"/>
    <p:sldId id="263" r:id="rId13"/>
    <p:sldId id="264"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57355-5E0D-4E2B-8C8F-FEDDD1920E96}" v="58" dt="2026-06-19T12:04:18.3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106"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ha Yasala" userId="1d9c17162ad17213" providerId="LiveId" clId="{2E7EA2EE-788B-4211-975C-CC37B9A741BA}"/>
    <pc:docChg chg="custSel addSld delSld modSld sldOrd">
      <pc:chgData name="Akshitha Yasala" userId="1d9c17162ad17213" providerId="LiveId" clId="{2E7EA2EE-788B-4211-975C-CC37B9A741BA}" dt="2026-06-20T02:39:51.823" v="921" actId="2711"/>
      <pc:docMkLst>
        <pc:docMk/>
      </pc:docMkLst>
      <pc:sldChg chg="addSp modSp mod">
        <pc:chgData name="Akshitha Yasala" userId="1d9c17162ad17213" providerId="LiveId" clId="{2E7EA2EE-788B-4211-975C-CC37B9A741BA}" dt="2026-06-19T10:16:40.216" v="65" actId="20577"/>
        <pc:sldMkLst>
          <pc:docMk/>
          <pc:sldMk cId="2536155794" sldId="256"/>
        </pc:sldMkLst>
        <pc:spChg chg="add mod">
          <ac:chgData name="Akshitha Yasala" userId="1d9c17162ad17213" providerId="LiveId" clId="{2E7EA2EE-788B-4211-975C-CC37B9A741BA}" dt="2026-06-19T10:16:05.691" v="34" actId="1076"/>
          <ac:spMkLst>
            <pc:docMk/>
            <pc:sldMk cId="2536155794" sldId="256"/>
            <ac:spMk id="5" creationId="{B957BEE8-3E21-2BF7-872A-63C020E70592}"/>
          </ac:spMkLst>
        </pc:spChg>
        <pc:spChg chg="add mod">
          <ac:chgData name="Akshitha Yasala" userId="1d9c17162ad17213" providerId="LiveId" clId="{2E7EA2EE-788B-4211-975C-CC37B9A741BA}" dt="2026-06-19T10:16:40.216" v="65" actId="20577"/>
          <ac:spMkLst>
            <pc:docMk/>
            <pc:sldMk cId="2536155794" sldId="256"/>
            <ac:spMk id="6" creationId="{B53DE43C-BA52-9D2E-7557-F7629D11AF6A}"/>
          </ac:spMkLst>
        </pc:spChg>
        <pc:picChg chg="add mod">
          <ac:chgData name="Akshitha Yasala" userId="1d9c17162ad17213" providerId="LiveId" clId="{2E7EA2EE-788B-4211-975C-CC37B9A741BA}" dt="2026-06-19T10:15:22.450" v="14" actId="1076"/>
          <ac:picMkLst>
            <pc:docMk/>
            <pc:sldMk cId="2536155794" sldId="256"/>
            <ac:picMk id="4" creationId="{B34F6953-B883-721D-BF49-A574E39AB8EF}"/>
          </ac:picMkLst>
        </pc:picChg>
      </pc:sldChg>
      <pc:sldChg chg="addSp delSp modSp new mod">
        <pc:chgData name="Akshitha Yasala" userId="1d9c17162ad17213" providerId="LiveId" clId="{2E7EA2EE-788B-4211-975C-CC37B9A741BA}" dt="2026-06-20T01:53:35.835" v="884" actId="1076"/>
        <pc:sldMkLst>
          <pc:docMk/>
          <pc:sldMk cId="883282370" sldId="257"/>
        </pc:sldMkLst>
        <pc:spChg chg="add mod">
          <ac:chgData name="Akshitha Yasala" userId="1d9c17162ad17213" providerId="LiveId" clId="{2E7EA2EE-788B-4211-975C-CC37B9A741BA}" dt="2026-06-20T01:53:09.329" v="883" actId="255"/>
          <ac:spMkLst>
            <pc:docMk/>
            <pc:sldMk cId="883282370" sldId="257"/>
            <ac:spMk id="6" creationId="{DCEB2943-C39C-BE9F-9DD1-50230C21B0F1}"/>
          </ac:spMkLst>
        </pc:spChg>
        <pc:picChg chg="add del mod">
          <ac:chgData name="Akshitha Yasala" userId="1d9c17162ad17213" providerId="LiveId" clId="{2E7EA2EE-788B-4211-975C-CC37B9A741BA}" dt="2026-06-19T10:13:04.215" v="4" actId="478"/>
          <ac:picMkLst>
            <pc:docMk/>
            <pc:sldMk cId="883282370" sldId="257"/>
            <ac:picMk id="3" creationId="{2B180581-C5DA-3D03-2F4C-0B082B4E5ACD}"/>
          </ac:picMkLst>
        </pc:picChg>
        <pc:picChg chg="add mod">
          <ac:chgData name="Akshitha Yasala" userId="1d9c17162ad17213" providerId="LiveId" clId="{2E7EA2EE-788B-4211-975C-CC37B9A741BA}" dt="2026-06-20T01:53:35.835" v="884" actId="1076"/>
          <ac:picMkLst>
            <pc:docMk/>
            <pc:sldMk cId="883282370" sldId="257"/>
            <ac:picMk id="5" creationId="{AF6D7584-8623-F606-2C8C-258C579F0EFD}"/>
          </ac:picMkLst>
        </pc:picChg>
      </pc:sldChg>
      <pc:sldChg chg="addSp modSp new mod">
        <pc:chgData name="Akshitha Yasala" userId="1d9c17162ad17213" providerId="LiveId" clId="{2E7EA2EE-788B-4211-975C-CC37B9A741BA}" dt="2026-06-20T01:48:57.616" v="879" actId="113"/>
        <pc:sldMkLst>
          <pc:docMk/>
          <pc:sldMk cId="2798981417" sldId="258"/>
        </pc:sldMkLst>
        <pc:spChg chg="mod">
          <ac:chgData name="Akshitha Yasala" userId="1d9c17162ad17213" providerId="LiveId" clId="{2E7EA2EE-788B-4211-975C-CC37B9A741BA}" dt="2026-06-20T01:48:57.616" v="879" actId="113"/>
          <ac:spMkLst>
            <pc:docMk/>
            <pc:sldMk cId="2798981417" sldId="258"/>
            <ac:spMk id="2" creationId="{1A24651F-81C2-0D80-DF2C-A70BBC5763E2}"/>
          </ac:spMkLst>
        </pc:spChg>
        <pc:spChg chg="mod">
          <ac:chgData name="Akshitha Yasala" userId="1d9c17162ad17213" providerId="LiveId" clId="{2E7EA2EE-788B-4211-975C-CC37B9A741BA}" dt="2026-06-19T10:36:45.375" v="269" actId="255"/>
          <ac:spMkLst>
            <pc:docMk/>
            <pc:sldMk cId="2798981417" sldId="258"/>
            <ac:spMk id="3" creationId="{2B3F76F5-DB8E-CFED-59D9-1E0E182845CA}"/>
          </ac:spMkLst>
        </pc:spChg>
        <pc:picChg chg="add mod">
          <ac:chgData name="Akshitha Yasala" userId="1d9c17162ad17213" providerId="LiveId" clId="{2E7EA2EE-788B-4211-975C-CC37B9A741BA}" dt="2026-06-19T12:02:57.727" v="858"/>
          <ac:picMkLst>
            <pc:docMk/>
            <pc:sldMk cId="2798981417" sldId="258"/>
            <ac:picMk id="4" creationId="{BAE62BCC-63C3-9294-01FD-7503B70234BB}"/>
          </ac:picMkLst>
        </pc:picChg>
      </pc:sldChg>
      <pc:sldChg chg="addSp delSp modSp new mod">
        <pc:chgData name="Akshitha Yasala" userId="1d9c17162ad17213" providerId="LiveId" clId="{2E7EA2EE-788B-4211-975C-CC37B9A741BA}" dt="2026-06-20T01:50:02.829" v="880" actId="404"/>
        <pc:sldMkLst>
          <pc:docMk/>
          <pc:sldMk cId="1139951732" sldId="259"/>
        </pc:sldMkLst>
        <pc:spChg chg="add del mod">
          <ac:chgData name="Akshitha Yasala" userId="1d9c17162ad17213" providerId="LiveId" clId="{2E7EA2EE-788B-4211-975C-CC37B9A741BA}" dt="2026-06-19T10:29:08.498" v="86"/>
          <ac:spMkLst>
            <pc:docMk/>
            <pc:sldMk cId="1139951732" sldId="259"/>
            <ac:spMk id="2" creationId="{55571C93-CA7E-FBCD-641E-494C1D12073F}"/>
          </ac:spMkLst>
        </pc:spChg>
        <pc:spChg chg="add mod">
          <ac:chgData name="Akshitha Yasala" userId="1d9c17162ad17213" providerId="LiveId" clId="{2E7EA2EE-788B-4211-975C-CC37B9A741BA}" dt="2026-06-19T10:42:55.785" v="342" actId="404"/>
          <ac:spMkLst>
            <pc:docMk/>
            <pc:sldMk cId="1139951732" sldId="259"/>
            <ac:spMk id="3" creationId="{D9DDE497-1B9F-1B1F-0E6A-15BE1000B3E5}"/>
          </ac:spMkLst>
        </pc:spChg>
        <pc:spChg chg="add mod">
          <ac:chgData name="Akshitha Yasala" userId="1d9c17162ad17213" providerId="LiveId" clId="{2E7EA2EE-788B-4211-975C-CC37B9A741BA}" dt="2026-06-20T01:50:02.829" v="880" actId="404"/>
          <ac:spMkLst>
            <pc:docMk/>
            <pc:sldMk cId="1139951732" sldId="259"/>
            <ac:spMk id="4" creationId="{AF671F3C-A3BE-6315-0480-08861AE788B3}"/>
          </ac:spMkLst>
        </pc:spChg>
        <pc:picChg chg="add mod">
          <ac:chgData name="Akshitha Yasala" userId="1d9c17162ad17213" providerId="LiveId" clId="{2E7EA2EE-788B-4211-975C-CC37B9A741BA}" dt="2026-06-19T12:03:03.378" v="859"/>
          <ac:picMkLst>
            <pc:docMk/>
            <pc:sldMk cId="1139951732" sldId="259"/>
            <ac:picMk id="5" creationId="{BD6418C1-5ECC-7A9E-6C95-B9D749A27EF6}"/>
          </ac:picMkLst>
        </pc:picChg>
      </pc:sldChg>
      <pc:sldChg chg="addSp modSp new mod">
        <pc:chgData name="Akshitha Yasala" userId="1d9c17162ad17213" providerId="LiveId" clId="{2E7EA2EE-788B-4211-975C-CC37B9A741BA}" dt="2026-06-19T12:03:06.773" v="860"/>
        <pc:sldMkLst>
          <pc:docMk/>
          <pc:sldMk cId="3860000295" sldId="260"/>
        </pc:sldMkLst>
        <pc:spChg chg="add mod">
          <ac:chgData name="Akshitha Yasala" userId="1d9c17162ad17213" providerId="LiveId" clId="{2E7EA2EE-788B-4211-975C-CC37B9A741BA}" dt="2026-06-19T10:37:44.609" v="293" actId="113"/>
          <ac:spMkLst>
            <pc:docMk/>
            <pc:sldMk cId="3860000295" sldId="260"/>
            <ac:spMk id="2" creationId="{9A1EE8BE-6918-F766-F58B-BEFCA6DF0604}"/>
          </ac:spMkLst>
        </pc:spChg>
        <pc:spChg chg="add mod">
          <ac:chgData name="Akshitha Yasala" userId="1d9c17162ad17213" providerId="LiveId" clId="{2E7EA2EE-788B-4211-975C-CC37B9A741BA}" dt="2026-06-19T10:39:46.163" v="300" actId="1076"/>
          <ac:spMkLst>
            <pc:docMk/>
            <pc:sldMk cId="3860000295" sldId="260"/>
            <ac:spMk id="3" creationId="{B00E29CC-539D-3F5D-BC83-873DCF49174F}"/>
          </ac:spMkLst>
        </pc:spChg>
        <pc:picChg chg="add mod">
          <ac:chgData name="Akshitha Yasala" userId="1d9c17162ad17213" providerId="LiveId" clId="{2E7EA2EE-788B-4211-975C-CC37B9A741BA}" dt="2026-06-19T12:03:06.773" v="860"/>
          <ac:picMkLst>
            <pc:docMk/>
            <pc:sldMk cId="3860000295" sldId="260"/>
            <ac:picMk id="4" creationId="{D6051A9A-93AB-A343-99DB-CAB68293615D}"/>
          </ac:picMkLst>
        </pc:picChg>
      </pc:sldChg>
      <pc:sldChg chg="addSp modSp new mod">
        <pc:chgData name="Akshitha Yasala" userId="1d9c17162ad17213" providerId="LiveId" clId="{2E7EA2EE-788B-4211-975C-CC37B9A741BA}" dt="2026-06-19T12:03:11.094" v="861"/>
        <pc:sldMkLst>
          <pc:docMk/>
          <pc:sldMk cId="2352710125" sldId="261"/>
        </pc:sldMkLst>
        <pc:spChg chg="add mod">
          <ac:chgData name="Akshitha Yasala" userId="1d9c17162ad17213" providerId="LiveId" clId="{2E7EA2EE-788B-4211-975C-CC37B9A741BA}" dt="2026-06-19T10:47:58.634" v="382" actId="2711"/>
          <ac:spMkLst>
            <pc:docMk/>
            <pc:sldMk cId="2352710125" sldId="261"/>
            <ac:spMk id="2" creationId="{3FD599F0-51B5-56A0-A9E6-C74CE6A67BCD}"/>
          </ac:spMkLst>
        </pc:spChg>
        <pc:spChg chg="add mod">
          <ac:chgData name="Akshitha Yasala" userId="1d9c17162ad17213" providerId="LiveId" clId="{2E7EA2EE-788B-4211-975C-CC37B9A741BA}" dt="2026-06-19T10:45:56.824" v="368" actId="1076"/>
          <ac:spMkLst>
            <pc:docMk/>
            <pc:sldMk cId="2352710125" sldId="261"/>
            <ac:spMk id="3" creationId="{A00B0E37-77D5-AC77-CD91-68EBC303BF31}"/>
          </ac:spMkLst>
        </pc:spChg>
        <pc:picChg chg="add mod">
          <ac:chgData name="Akshitha Yasala" userId="1d9c17162ad17213" providerId="LiveId" clId="{2E7EA2EE-788B-4211-975C-CC37B9A741BA}" dt="2026-06-19T12:03:11.094" v="861"/>
          <ac:picMkLst>
            <pc:docMk/>
            <pc:sldMk cId="2352710125" sldId="261"/>
            <ac:picMk id="4" creationId="{2FF8B8AF-A5A6-ECC7-AE42-41CA4B4DE684}"/>
          </ac:picMkLst>
        </pc:picChg>
      </pc:sldChg>
      <pc:sldChg chg="addSp delSp modSp new mod">
        <pc:chgData name="Akshitha Yasala" userId="1d9c17162ad17213" providerId="LiveId" clId="{2E7EA2EE-788B-4211-975C-CC37B9A741BA}" dt="2026-06-20T02:16:03.935" v="895" actId="14100"/>
        <pc:sldMkLst>
          <pc:docMk/>
          <pc:sldMk cId="2487348881" sldId="262"/>
        </pc:sldMkLst>
        <pc:spChg chg="add del mod">
          <ac:chgData name="Akshitha Yasala" userId="1d9c17162ad17213" providerId="LiveId" clId="{2E7EA2EE-788B-4211-975C-CC37B9A741BA}" dt="2026-06-19T10:48:32.277" v="387"/>
          <ac:spMkLst>
            <pc:docMk/>
            <pc:sldMk cId="2487348881" sldId="262"/>
            <ac:spMk id="2" creationId="{98BD9BD7-51CB-4AAB-4B32-BD0DB911DA26}"/>
          </ac:spMkLst>
        </pc:spChg>
        <pc:spChg chg="add mod">
          <ac:chgData name="Akshitha Yasala" userId="1d9c17162ad17213" providerId="LiveId" clId="{2E7EA2EE-788B-4211-975C-CC37B9A741BA}" dt="2026-06-19T10:57:26.867" v="491" actId="1076"/>
          <ac:spMkLst>
            <pc:docMk/>
            <pc:sldMk cId="2487348881" sldId="262"/>
            <ac:spMk id="3" creationId="{24AE20F8-37FC-51A4-05E3-00BA22162E45}"/>
          </ac:spMkLst>
        </pc:spChg>
        <pc:spChg chg="add mod">
          <ac:chgData name="Akshitha Yasala" userId="1d9c17162ad17213" providerId="LiveId" clId="{2E7EA2EE-788B-4211-975C-CC37B9A741BA}" dt="2026-06-20T02:15:43.429" v="894" actId="20577"/>
          <ac:spMkLst>
            <pc:docMk/>
            <pc:sldMk cId="2487348881" sldId="262"/>
            <ac:spMk id="4" creationId="{137E0332-3793-508A-CE5D-AEA38AE0C85B}"/>
          </ac:spMkLst>
        </pc:spChg>
        <pc:spChg chg="add del mod">
          <ac:chgData name="Akshitha Yasala" userId="1d9c17162ad17213" providerId="LiveId" clId="{2E7EA2EE-788B-4211-975C-CC37B9A741BA}" dt="2026-06-19T11:16:34.245" v="568" actId="478"/>
          <ac:spMkLst>
            <pc:docMk/>
            <pc:sldMk cId="2487348881" sldId="262"/>
            <ac:spMk id="8" creationId="{8CA4D5AE-777B-CC87-DD29-3E391D23ED4A}"/>
          </ac:spMkLst>
        </pc:spChg>
        <pc:spChg chg="add del mod">
          <ac:chgData name="Akshitha Yasala" userId="1d9c17162ad17213" providerId="LiveId" clId="{2E7EA2EE-788B-4211-975C-CC37B9A741BA}" dt="2026-06-19T11:27:52.682" v="623" actId="478"/>
          <ac:spMkLst>
            <pc:docMk/>
            <pc:sldMk cId="2487348881" sldId="262"/>
            <ac:spMk id="12" creationId="{EA6DB07D-4CA5-782B-C7F5-E0CF99D26EB4}"/>
          </ac:spMkLst>
        </pc:spChg>
        <pc:spChg chg="add del mod">
          <ac:chgData name="Akshitha Yasala" userId="1d9c17162ad17213" providerId="LiveId" clId="{2E7EA2EE-788B-4211-975C-CC37B9A741BA}" dt="2026-06-19T11:49:57.374" v="751" actId="478"/>
          <ac:spMkLst>
            <pc:docMk/>
            <pc:sldMk cId="2487348881" sldId="262"/>
            <ac:spMk id="17" creationId="{386E313D-276D-B819-68D0-78084429B1B6}"/>
          </ac:spMkLst>
        </pc:spChg>
        <pc:spChg chg="add mod">
          <ac:chgData name="Akshitha Yasala" userId="1d9c17162ad17213" providerId="LiveId" clId="{2E7EA2EE-788B-4211-975C-CC37B9A741BA}" dt="2026-06-19T11:50:23.369" v="754" actId="404"/>
          <ac:spMkLst>
            <pc:docMk/>
            <pc:sldMk cId="2487348881" sldId="262"/>
            <ac:spMk id="21" creationId="{01AB2867-21C9-D42D-A408-73ACE2BBEF75}"/>
          </ac:spMkLst>
        </pc:spChg>
        <pc:picChg chg="add mod">
          <ac:chgData name="Akshitha Yasala" userId="1d9c17162ad17213" providerId="LiveId" clId="{2E7EA2EE-788B-4211-975C-CC37B9A741BA}" dt="2026-06-20T02:16:03.935" v="895" actId="14100"/>
          <ac:picMkLst>
            <pc:docMk/>
            <pc:sldMk cId="2487348881" sldId="262"/>
            <ac:picMk id="6" creationId="{F3325C2C-392A-87A9-F272-754C8A2D2E15}"/>
          </ac:picMkLst>
        </pc:picChg>
        <pc:picChg chg="add del mod">
          <ac:chgData name="Akshitha Yasala" userId="1d9c17162ad17213" providerId="LiveId" clId="{2E7EA2EE-788B-4211-975C-CC37B9A741BA}" dt="2026-06-19T11:16:39.743" v="569" actId="478"/>
          <ac:picMkLst>
            <pc:docMk/>
            <pc:sldMk cId="2487348881" sldId="262"/>
            <ac:picMk id="10" creationId="{A67124C3-0E6A-3963-91BE-8632F05FA8C1}"/>
          </ac:picMkLst>
        </pc:picChg>
        <pc:picChg chg="add del mod">
          <ac:chgData name="Akshitha Yasala" userId="1d9c17162ad17213" providerId="LiveId" clId="{2E7EA2EE-788B-4211-975C-CC37B9A741BA}" dt="2026-06-19T11:26:43.069" v="613" actId="478"/>
          <ac:picMkLst>
            <pc:docMk/>
            <pc:sldMk cId="2487348881" sldId="262"/>
            <ac:picMk id="14" creationId="{724C4758-0946-D605-C7E7-8F12F0256715}"/>
          </ac:picMkLst>
        </pc:picChg>
        <pc:picChg chg="add del mod">
          <ac:chgData name="Akshitha Yasala" userId="1d9c17162ad17213" providerId="LiveId" clId="{2E7EA2EE-788B-4211-975C-CC37B9A741BA}" dt="2026-06-19T11:49:53.082" v="749" actId="478"/>
          <ac:picMkLst>
            <pc:docMk/>
            <pc:sldMk cId="2487348881" sldId="262"/>
            <ac:picMk id="15" creationId="{3C82F69F-832D-5572-2383-7224AD54A11B}"/>
          </ac:picMkLst>
        </pc:picChg>
        <pc:picChg chg="add del mod">
          <ac:chgData name="Akshitha Yasala" userId="1d9c17162ad17213" providerId="LiveId" clId="{2E7EA2EE-788B-4211-975C-CC37B9A741BA}" dt="2026-06-19T11:28:03.054" v="625" actId="478"/>
          <ac:picMkLst>
            <pc:docMk/>
            <pc:sldMk cId="2487348881" sldId="262"/>
            <ac:picMk id="16" creationId="{22CC280E-4CA1-B848-ACF9-46D34CABC637}"/>
          </ac:picMkLst>
        </pc:picChg>
        <pc:picChg chg="add del mod">
          <ac:chgData name="Akshitha Yasala" userId="1d9c17162ad17213" providerId="LiveId" clId="{2E7EA2EE-788B-4211-975C-CC37B9A741BA}" dt="2026-06-19T11:50:57.954" v="759" actId="478"/>
          <ac:picMkLst>
            <pc:docMk/>
            <pc:sldMk cId="2487348881" sldId="262"/>
            <ac:picMk id="19" creationId="{2DB7AA55-AECD-13EB-E0EF-CDB59E5852D5}"/>
          </ac:picMkLst>
        </pc:picChg>
        <pc:picChg chg="add mod">
          <ac:chgData name="Akshitha Yasala" userId="1d9c17162ad17213" providerId="LiveId" clId="{2E7EA2EE-788B-4211-975C-CC37B9A741BA}" dt="2026-06-19T11:50:55.988" v="758" actId="14100"/>
          <ac:picMkLst>
            <pc:docMk/>
            <pc:sldMk cId="2487348881" sldId="262"/>
            <ac:picMk id="23" creationId="{D6EF1256-717E-F03D-323B-84BCC0756A90}"/>
          </ac:picMkLst>
        </pc:picChg>
        <pc:picChg chg="add mod">
          <ac:chgData name="Akshitha Yasala" userId="1d9c17162ad17213" providerId="LiveId" clId="{2E7EA2EE-788B-4211-975C-CC37B9A741BA}" dt="2026-06-19T11:52:06.634" v="763" actId="1076"/>
          <ac:picMkLst>
            <pc:docMk/>
            <pc:sldMk cId="2487348881" sldId="262"/>
            <ac:picMk id="25" creationId="{7C97068C-E794-3C18-819E-2A49769F9492}"/>
          </ac:picMkLst>
        </pc:picChg>
        <pc:picChg chg="add mod">
          <ac:chgData name="Akshitha Yasala" userId="1d9c17162ad17213" providerId="LiveId" clId="{2E7EA2EE-788B-4211-975C-CC37B9A741BA}" dt="2026-06-19T12:03:13.402" v="862"/>
          <ac:picMkLst>
            <pc:docMk/>
            <pc:sldMk cId="2487348881" sldId="262"/>
            <ac:picMk id="26" creationId="{8CBEA7E6-3AD4-40D3-DD33-D434A737C200}"/>
          </ac:picMkLst>
        </pc:picChg>
      </pc:sldChg>
      <pc:sldChg chg="addSp modSp new mod">
        <pc:chgData name="Akshitha Yasala" userId="1d9c17162ad17213" providerId="LiveId" clId="{2E7EA2EE-788B-4211-975C-CC37B9A741BA}" dt="2026-06-19T12:03:45.216" v="871" actId="1076"/>
        <pc:sldMkLst>
          <pc:docMk/>
          <pc:sldMk cId="3373087323" sldId="263"/>
        </pc:sldMkLst>
        <pc:spChg chg="add mod">
          <ac:chgData name="Akshitha Yasala" userId="1d9c17162ad17213" providerId="LiveId" clId="{2E7EA2EE-788B-4211-975C-CC37B9A741BA}" dt="2026-06-19T11:41:42.594" v="704" actId="20577"/>
          <ac:spMkLst>
            <pc:docMk/>
            <pc:sldMk cId="3373087323" sldId="263"/>
            <ac:spMk id="3" creationId="{3E2FA393-1A76-7807-A24F-E61A51A62AA3}"/>
          </ac:spMkLst>
        </pc:spChg>
        <pc:picChg chg="add mod">
          <ac:chgData name="Akshitha Yasala" userId="1d9c17162ad17213" providerId="LiveId" clId="{2E7EA2EE-788B-4211-975C-CC37B9A741BA}" dt="2026-06-19T11:05:44.139" v="560" actId="14100"/>
          <ac:picMkLst>
            <pc:docMk/>
            <pc:sldMk cId="3373087323" sldId="263"/>
            <ac:picMk id="5" creationId="{B84032F4-F268-9437-673A-E90CBE0E2D8C}"/>
          </ac:picMkLst>
        </pc:picChg>
        <pc:picChg chg="add mod">
          <ac:chgData name="Akshitha Yasala" userId="1d9c17162ad17213" providerId="LiveId" clId="{2E7EA2EE-788B-4211-975C-CC37B9A741BA}" dt="2026-06-19T12:03:42.616" v="870" actId="14100"/>
          <ac:picMkLst>
            <pc:docMk/>
            <pc:sldMk cId="3373087323" sldId="263"/>
            <ac:picMk id="7" creationId="{B086CF4F-6D15-040C-0B2F-DF3C0E182712}"/>
          </ac:picMkLst>
        </pc:picChg>
        <pc:picChg chg="add mod">
          <ac:chgData name="Akshitha Yasala" userId="1d9c17162ad17213" providerId="LiveId" clId="{2E7EA2EE-788B-4211-975C-CC37B9A741BA}" dt="2026-06-19T12:03:45.216" v="871" actId="1076"/>
          <ac:picMkLst>
            <pc:docMk/>
            <pc:sldMk cId="3373087323" sldId="263"/>
            <ac:picMk id="9" creationId="{9A1CA71B-6BBA-CCB9-15AF-07C69B0C5266}"/>
          </ac:picMkLst>
        </pc:picChg>
        <pc:picChg chg="add mod">
          <ac:chgData name="Akshitha Yasala" userId="1d9c17162ad17213" providerId="LiveId" clId="{2E7EA2EE-788B-4211-975C-CC37B9A741BA}" dt="2026-06-19T12:03:26.860" v="867"/>
          <ac:picMkLst>
            <pc:docMk/>
            <pc:sldMk cId="3373087323" sldId="263"/>
            <ac:picMk id="10" creationId="{709B79B5-B54F-AF33-4BBC-F41F89F661F8}"/>
          </ac:picMkLst>
        </pc:picChg>
      </pc:sldChg>
      <pc:sldChg chg="addSp delSp modSp new mod">
        <pc:chgData name="Akshitha Yasala" userId="1d9c17162ad17213" providerId="LiveId" clId="{2E7EA2EE-788B-4211-975C-CC37B9A741BA}" dt="2026-06-19T12:04:00.122" v="873" actId="1076"/>
        <pc:sldMkLst>
          <pc:docMk/>
          <pc:sldMk cId="1862206886" sldId="264"/>
        </pc:sldMkLst>
        <pc:spChg chg="add del mod">
          <ac:chgData name="Akshitha Yasala" userId="1d9c17162ad17213" providerId="LiveId" clId="{2E7EA2EE-788B-4211-975C-CC37B9A741BA}" dt="2026-06-19T11:05:14.137" v="549" actId="478"/>
          <ac:spMkLst>
            <pc:docMk/>
            <pc:sldMk cId="1862206886" sldId="264"/>
            <ac:spMk id="2" creationId="{8577329E-DE24-B551-5A05-BA36A7A0870F}"/>
          </ac:spMkLst>
        </pc:spChg>
        <pc:spChg chg="add mod">
          <ac:chgData name="Akshitha Yasala" userId="1d9c17162ad17213" providerId="LiveId" clId="{2E7EA2EE-788B-4211-975C-CC37B9A741BA}" dt="2026-06-19T11:41:58.056" v="713" actId="20577"/>
          <ac:spMkLst>
            <pc:docMk/>
            <pc:sldMk cId="1862206886" sldId="264"/>
            <ac:spMk id="4" creationId="{231A99E3-8CA2-0349-B69E-662A731692D0}"/>
          </ac:spMkLst>
        </pc:spChg>
        <pc:picChg chg="add mod">
          <ac:chgData name="Akshitha Yasala" userId="1d9c17162ad17213" providerId="LiveId" clId="{2E7EA2EE-788B-4211-975C-CC37B9A741BA}" dt="2026-06-19T11:43:37.147" v="717" actId="1076"/>
          <ac:picMkLst>
            <pc:docMk/>
            <pc:sldMk cId="1862206886" sldId="264"/>
            <ac:picMk id="6" creationId="{3CB2DBCB-DA8F-AB08-E747-E3DFA3C04382}"/>
          </ac:picMkLst>
        </pc:picChg>
        <pc:picChg chg="add mod">
          <ac:chgData name="Akshitha Yasala" userId="1d9c17162ad17213" providerId="LiveId" clId="{2E7EA2EE-788B-4211-975C-CC37B9A741BA}" dt="2026-06-19T11:44:54.917" v="723" actId="14100"/>
          <ac:picMkLst>
            <pc:docMk/>
            <pc:sldMk cId="1862206886" sldId="264"/>
            <ac:picMk id="8" creationId="{54D0401E-ABEE-CCBB-C705-618283189A5C}"/>
          </ac:picMkLst>
        </pc:picChg>
        <pc:picChg chg="add mod">
          <ac:chgData name="Akshitha Yasala" userId="1d9c17162ad17213" providerId="LiveId" clId="{2E7EA2EE-788B-4211-975C-CC37B9A741BA}" dt="2026-06-19T12:04:00.122" v="873" actId="1076"/>
          <ac:picMkLst>
            <pc:docMk/>
            <pc:sldMk cId="1862206886" sldId="264"/>
            <ac:picMk id="10" creationId="{58C22A12-ECDE-E191-E0C9-B302DF4783E9}"/>
          </ac:picMkLst>
        </pc:picChg>
        <pc:picChg chg="add mod">
          <ac:chgData name="Akshitha Yasala" userId="1d9c17162ad17213" providerId="LiveId" clId="{2E7EA2EE-788B-4211-975C-CC37B9A741BA}" dt="2026-06-19T12:03:51.706" v="872"/>
          <ac:picMkLst>
            <pc:docMk/>
            <pc:sldMk cId="1862206886" sldId="264"/>
            <ac:picMk id="11" creationId="{64340184-DF29-EAE4-5D9A-42E2AFAC4BBD}"/>
          </ac:picMkLst>
        </pc:picChg>
      </pc:sldChg>
      <pc:sldChg chg="addSp delSp modSp new del mod">
        <pc:chgData name="Akshitha Yasala" userId="1d9c17162ad17213" providerId="LiveId" clId="{2E7EA2EE-788B-4211-975C-CC37B9A741BA}" dt="2026-06-19T11:36:50.473" v="666" actId="47"/>
        <pc:sldMkLst>
          <pc:docMk/>
          <pc:sldMk cId="220736434" sldId="265"/>
        </pc:sldMkLst>
        <pc:spChg chg="add del mod">
          <ac:chgData name="Akshitha Yasala" userId="1d9c17162ad17213" providerId="LiveId" clId="{2E7EA2EE-788B-4211-975C-CC37B9A741BA}" dt="2026-06-19T11:24:05.153" v="588" actId="478"/>
          <ac:spMkLst>
            <pc:docMk/>
            <pc:sldMk cId="220736434" sldId="265"/>
            <ac:spMk id="3" creationId="{A4D444BC-CE36-AED0-F4F6-C0CB268EACB1}"/>
          </ac:spMkLst>
        </pc:spChg>
        <pc:spChg chg="add mod">
          <ac:chgData name="Akshitha Yasala" userId="1d9c17162ad17213" providerId="LiveId" clId="{2E7EA2EE-788B-4211-975C-CC37B9A741BA}" dt="2026-06-19T11:24:54.615" v="598" actId="20577"/>
          <ac:spMkLst>
            <pc:docMk/>
            <pc:sldMk cId="220736434" sldId="265"/>
            <ac:spMk id="7" creationId="{969E777E-9FA0-DC75-0024-A84FC24BC9D7}"/>
          </ac:spMkLst>
        </pc:spChg>
        <pc:picChg chg="add mod">
          <ac:chgData name="Akshitha Yasala" userId="1d9c17162ad17213" providerId="LiveId" clId="{2E7EA2EE-788B-4211-975C-CC37B9A741BA}" dt="2026-06-19T11:24:49.467" v="597" actId="1076"/>
          <ac:picMkLst>
            <pc:docMk/>
            <pc:sldMk cId="220736434" sldId="265"/>
            <ac:picMk id="5" creationId="{CA4D32AE-250E-E83E-5C8F-B597AFE31C7E}"/>
          </ac:picMkLst>
        </pc:picChg>
      </pc:sldChg>
      <pc:sldChg chg="addSp delSp modSp new mod ord">
        <pc:chgData name="Akshitha Yasala" userId="1d9c17162ad17213" providerId="LiveId" clId="{2E7EA2EE-788B-4211-975C-CC37B9A741BA}" dt="2026-06-19T12:03:18.059" v="863"/>
        <pc:sldMkLst>
          <pc:docMk/>
          <pc:sldMk cId="3614460204" sldId="266"/>
        </pc:sldMkLst>
        <pc:spChg chg="add mod">
          <ac:chgData name="Akshitha Yasala" userId="1d9c17162ad17213" providerId="LiveId" clId="{2E7EA2EE-788B-4211-975C-CC37B9A741BA}" dt="2026-06-19T11:33:23.179" v="644" actId="14100"/>
          <ac:spMkLst>
            <pc:docMk/>
            <pc:sldMk cId="3614460204" sldId="266"/>
            <ac:spMk id="3" creationId="{34337385-B6C3-7873-CDDD-FF302E2E3B37}"/>
          </ac:spMkLst>
        </pc:spChg>
        <pc:picChg chg="add del">
          <ac:chgData name="Akshitha Yasala" userId="1d9c17162ad17213" providerId="LiveId" clId="{2E7EA2EE-788B-4211-975C-CC37B9A741BA}" dt="2026-06-19T11:34:33.396" v="646" actId="478"/>
          <ac:picMkLst>
            <pc:docMk/>
            <pc:sldMk cId="3614460204" sldId="266"/>
            <ac:picMk id="5" creationId="{35E9D972-15FC-DDFC-782A-7EEC602BFB7F}"/>
          </ac:picMkLst>
        </pc:picChg>
        <pc:picChg chg="add mod">
          <ac:chgData name="Akshitha Yasala" userId="1d9c17162ad17213" providerId="LiveId" clId="{2E7EA2EE-788B-4211-975C-CC37B9A741BA}" dt="2026-06-19T11:35:40.014" v="653" actId="14100"/>
          <ac:picMkLst>
            <pc:docMk/>
            <pc:sldMk cId="3614460204" sldId="266"/>
            <ac:picMk id="7" creationId="{7DC8BD1E-0903-8D15-9D57-9EA88D798C0D}"/>
          </ac:picMkLst>
        </pc:picChg>
        <pc:picChg chg="add mod">
          <ac:chgData name="Akshitha Yasala" userId="1d9c17162ad17213" providerId="LiveId" clId="{2E7EA2EE-788B-4211-975C-CC37B9A741BA}" dt="2026-06-19T11:35:48.015" v="656" actId="1076"/>
          <ac:picMkLst>
            <pc:docMk/>
            <pc:sldMk cId="3614460204" sldId="266"/>
            <ac:picMk id="9" creationId="{DA26F620-F8F1-AF5E-64B3-3B03B58D376D}"/>
          </ac:picMkLst>
        </pc:picChg>
        <pc:picChg chg="add mod">
          <ac:chgData name="Akshitha Yasala" userId="1d9c17162ad17213" providerId="LiveId" clId="{2E7EA2EE-788B-4211-975C-CC37B9A741BA}" dt="2026-06-19T12:03:18.059" v="863"/>
          <ac:picMkLst>
            <pc:docMk/>
            <pc:sldMk cId="3614460204" sldId="266"/>
            <ac:picMk id="10" creationId="{DEB2757D-C634-F6EE-EF87-0E3A13779632}"/>
          </ac:picMkLst>
        </pc:picChg>
      </pc:sldChg>
      <pc:sldChg chg="addSp delSp modSp new mod ord">
        <pc:chgData name="Akshitha Yasala" userId="1d9c17162ad17213" providerId="LiveId" clId="{2E7EA2EE-788B-4211-975C-CC37B9A741BA}" dt="2026-06-20T02:34:15.584" v="918" actId="20577"/>
        <pc:sldMkLst>
          <pc:docMk/>
          <pc:sldMk cId="1437975060" sldId="267"/>
        </pc:sldMkLst>
        <pc:spChg chg="add del mod">
          <ac:chgData name="Akshitha Yasala" userId="1d9c17162ad17213" providerId="LiveId" clId="{2E7EA2EE-788B-4211-975C-CC37B9A741BA}" dt="2026-06-20T02:24:57.041" v="901" actId="478"/>
          <ac:spMkLst>
            <pc:docMk/>
            <pc:sldMk cId="1437975060" sldId="267"/>
            <ac:spMk id="3" creationId="{6EFFB0AA-1D0E-EA8E-F5A6-5F87565D12A0}"/>
          </ac:spMkLst>
        </pc:spChg>
        <pc:spChg chg="add mod">
          <ac:chgData name="Akshitha Yasala" userId="1d9c17162ad17213" providerId="LiveId" clId="{2E7EA2EE-788B-4211-975C-CC37B9A741BA}" dt="2026-06-20T02:34:15.584" v="918" actId="20577"/>
          <ac:spMkLst>
            <pc:docMk/>
            <pc:sldMk cId="1437975060" sldId="267"/>
            <ac:spMk id="6" creationId="{768D22E4-8375-E945-1A15-5A8020F6D12E}"/>
          </ac:spMkLst>
        </pc:spChg>
        <pc:picChg chg="add mod">
          <ac:chgData name="Akshitha Yasala" userId="1d9c17162ad17213" providerId="LiveId" clId="{2E7EA2EE-788B-4211-975C-CC37B9A741BA}" dt="2026-06-20T02:25:31.516" v="909" actId="1076"/>
          <ac:picMkLst>
            <pc:docMk/>
            <pc:sldMk cId="1437975060" sldId="267"/>
            <ac:picMk id="4" creationId="{2EA6962B-A287-2359-7BA9-A6F0231DBA01}"/>
          </ac:picMkLst>
        </pc:picChg>
        <pc:picChg chg="add mod">
          <ac:chgData name="Akshitha Yasala" userId="1d9c17162ad17213" providerId="LiveId" clId="{2E7EA2EE-788B-4211-975C-CC37B9A741BA}" dt="2026-06-19T12:03:20.059" v="864"/>
          <ac:picMkLst>
            <pc:docMk/>
            <pc:sldMk cId="1437975060" sldId="267"/>
            <ac:picMk id="5" creationId="{1B032529-1DFD-F309-1E29-79B9A3B982B3}"/>
          </ac:picMkLst>
        </pc:picChg>
      </pc:sldChg>
      <pc:sldChg chg="addSp modSp new mod ord">
        <pc:chgData name="Akshitha Yasala" userId="1d9c17162ad17213" providerId="LiveId" clId="{2E7EA2EE-788B-4211-975C-CC37B9A741BA}" dt="2026-06-20T02:24:14.023" v="898"/>
        <pc:sldMkLst>
          <pc:docMk/>
          <pc:sldMk cId="1567652345" sldId="268"/>
        </pc:sldMkLst>
        <pc:spChg chg="add mod">
          <ac:chgData name="Akshitha Yasala" userId="1d9c17162ad17213" providerId="LiveId" clId="{2E7EA2EE-788B-4211-975C-CC37B9A741BA}" dt="2026-06-19T11:37:33.189" v="673" actId="20577"/>
          <ac:spMkLst>
            <pc:docMk/>
            <pc:sldMk cId="1567652345" sldId="268"/>
            <ac:spMk id="3" creationId="{6A49785F-C554-73C9-75F5-F9733E31CA60}"/>
          </ac:spMkLst>
        </pc:spChg>
        <pc:picChg chg="add mod">
          <ac:chgData name="Akshitha Yasala" userId="1d9c17162ad17213" providerId="LiveId" clId="{2E7EA2EE-788B-4211-975C-CC37B9A741BA}" dt="2026-06-19T11:38:10.438" v="677" actId="1076"/>
          <ac:picMkLst>
            <pc:docMk/>
            <pc:sldMk cId="1567652345" sldId="268"/>
            <ac:picMk id="5" creationId="{A88B9E38-D805-D5E3-DCFF-31A67867BAC1}"/>
          </ac:picMkLst>
        </pc:picChg>
        <pc:picChg chg="add mod">
          <ac:chgData name="Akshitha Yasala" userId="1d9c17162ad17213" providerId="LiveId" clId="{2E7EA2EE-788B-4211-975C-CC37B9A741BA}" dt="2026-06-19T11:38:51.469" v="684" actId="1076"/>
          <ac:picMkLst>
            <pc:docMk/>
            <pc:sldMk cId="1567652345" sldId="268"/>
            <ac:picMk id="7" creationId="{D0D76353-C487-7183-69DC-24368F934827}"/>
          </ac:picMkLst>
        </pc:picChg>
        <pc:picChg chg="add mod">
          <ac:chgData name="Akshitha Yasala" userId="1d9c17162ad17213" providerId="LiveId" clId="{2E7EA2EE-788B-4211-975C-CC37B9A741BA}" dt="2026-06-19T12:03:22.545" v="865"/>
          <ac:picMkLst>
            <pc:docMk/>
            <pc:sldMk cId="1567652345" sldId="268"/>
            <ac:picMk id="8" creationId="{080CCAB1-0E66-92FA-638B-B7723799C608}"/>
          </ac:picMkLst>
        </pc:picChg>
      </pc:sldChg>
      <pc:sldChg chg="addSp modSp new mod">
        <pc:chgData name="Akshitha Yasala" userId="1d9c17162ad17213" providerId="LiveId" clId="{2E7EA2EE-788B-4211-975C-CC37B9A741BA}" dt="2026-06-20T02:35:01.271" v="919" actId="14100"/>
        <pc:sldMkLst>
          <pc:docMk/>
          <pc:sldMk cId="1230899089" sldId="269"/>
        </pc:sldMkLst>
        <pc:spChg chg="add mod">
          <ac:chgData name="Akshitha Yasala" userId="1d9c17162ad17213" providerId="LiveId" clId="{2E7EA2EE-788B-4211-975C-CC37B9A741BA}" dt="2026-06-19T11:48:46.341" v="748" actId="20577"/>
          <ac:spMkLst>
            <pc:docMk/>
            <pc:sldMk cId="1230899089" sldId="269"/>
            <ac:spMk id="3" creationId="{018D0495-6907-C57E-2F93-8876D4F327F8}"/>
          </ac:spMkLst>
        </pc:spChg>
        <pc:picChg chg="add mod">
          <ac:chgData name="Akshitha Yasala" userId="1d9c17162ad17213" providerId="LiveId" clId="{2E7EA2EE-788B-4211-975C-CC37B9A741BA}" dt="2026-06-20T02:35:01.271" v="919" actId="14100"/>
          <ac:picMkLst>
            <pc:docMk/>
            <pc:sldMk cId="1230899089" sldId="269"/>
            <ac:picMk id="5" creationId="{AA09465B-E3E0-A892-A6FF-ED182B76C481}"/>
          </ac:picMkLst>
        </pc:picChg>
        <pc:picChg chg="add mod">
          <ac:chgData name="Akshitha Yasala" userId="1d9c17162ad17213" providerId="LiveId" clId="{2E7EA2EE-788B-4211-975C-CC37B9A741BA}" dt="2026-06-19T11:48:25.133" v="744" actId="14100"/>
          <ac:picMkLst>
            <pc:docMk/>
            <pc:sldMk cId="1230899089" sldId="269"/>
            <ac:picMk id="7" creationId="{8748D2E0-7C38-2777-704A-E77038B6730F}"/>
          </ac:picMkLst>
        </pc:picChg>
        <pc:picChg chg="add mod">
          <ac:chgData name="Akshitha Yasala" userId="1d9c17162ad17213" providerId="LiveId" clId="{2E7EA2EE-788B-4211-975C-CC37B9A741BA}" dt="2026-06-19T12:03:24.917" v="866"/>
          <ac:picMkLst>
            <pc:docMk/>
            <pc:sldMk cId="1230899089" sldId="269"/>
            <ac:picMk id="8" creationId="{21208703-74D2-C77E-77EB-B5A00291FFF4}"/>
          </ac:picMkLst>
        </pc:picChg>
      </pc:sldChg>
      <pc:sldChg chg="addSp modSp new mod">
        <pc:chgData name="Akshitha Yasala" userId="1d9c17162ad17213" providerId="LiveId" clId="{2E7EA2EE-788B-4211-975C-CC37B9A741BA}" dt="2026-06-19T12:04:11.023" v="875" actId="1076"/>
        <pc:sldMkLst>
          <pc:docMk/>
          <pc:sldMk cId="1089887518" sldId="270"/>
        </pc:sldMkLst>
        <pc:spChg chg="add mod">
          <ac:chgData name="Akshitha Yasala" userId="1d9c17162ad17213" providerId="LiveId" clId="{2E7EA2EE-788B-4211-975C-CC37B9A741BA}" dt="2026-06-19T11:53:14.777" v="774" actId="1076"/>
          <ac:spMkLst>
            <pc:docMk/>
            <pc:sldMk cId="1089887518" sldId="270"/>
            <ac:spMk id="2" creationId="{FDDE2054-A448-ABEB-AA3E-D91F6B1DAA12}"/>
          </ac:spMkLst>
        </pc:spChg>
        <pc:spChg chg="add mod">
          <ac:chgData name="Akshitha Yasala" userId="1d9c17162ad17213" providerId="LiveId" clId="{2E7EA2EE-788B-4211-975C-CC37B9A741BA}" dt="2026-06-19T12:04:11.023" v="875" actId="1076"/>
          <ac:spMkLst>
            <pc:docMk/>
            <pc:sldMk cId="1089887518" sldId="270"/>
            <ac:spMk id="3" creationId="{9ADD5DF9-A8F8-09B9-6B49-45E00F465C33}"/>
          </ac:spMkLst>
        </pc:spChg>
        <pc:picChg chg="add mod">
          <ac:chgData name="Akshitha Yasala" userId="1d9c17162ad17213" providerId="LiveId" clId="{2E7EA2EE-788B-4211-975C-CC37B9A741BA}" dt="2026-06-19T12:04:03.746" v="874"/>
          <ac:picMkLst>
            <pc:docMk/>
            <pc:sldMk cId="1089887518" sldId="270"/>
            <ac:picMk id="4" creationId="{88A0D010-7E83-85E2-0709-D014D2BB43BB}"/>
          </ac:picMkLst>
        </pc:picChg>
      </pc:sldChg>
      <pc:sldChg chg="addSp modSp new mod">
        <pc:chgData name="Akshitha Yasala" userId="1d9c17162ad17213" providerId="LiveId" clId="{2E7EA2EE-788B-4211-975C-CC37B9A741BA}" dt="2026-06-20T02:36:39.157" v="920" actId="2711"/>
        <pc:sldMkLst>
          <pc:docMk/>
          <pc:sldMk cId="3043463708" sldId="271"/>
        </pc:sldMkLst>
        <pc:spChg chg="add mod">
          <ac:chgData name="Akshitha Yasala" userId="1d9c17162ad17213" providerId="LiveId" clId="{2E7EA2EE-788B-4211-975C-CC37B9A741BA}" dt="2026-06-20T02:36:39.157" v="920" actId="2711"/>
          <ac:spMkLst>
            <pc:docMk/>
            <pc:sldMk cId="3043463708" sldId="271"/>
            <ac:spMk id="2" creationId="{EE6BF08E-90B8-25A1-922A-2FC67748A44A}"/>
          </ac:spMkLst>
        </pc:spChg>
        <pc:spChg chg="add mod">
          <ac:chgData name="Akshitha Yasala" userId="1d9c17162ad17213" providerId="LiveId" clId="{2E7EA2EE-788B-4211-975C-CC37B9A741BA}" dt="2026-06-19T11:57:48.293" v="808" actId="20577"/>
          <ac:spMkLst>
            <pc:docMk/>
            <pc:sldMk cId="3043463708" sldId="271"/>
            <ac:spMk id="3" creationId="{095F1A4D-5C5E-A256-36C2-EB18C12620B5}"/>
          </ac:spMkLst>
        </pc:spChg>
        <pc:picChg chg="add mod">
          <ac:chgData name="Akshitha Yasala" userId="1d9c17162ad17213" providerId="LiveId" clId="{2E7EA2EE-788B-4211-975C-CC37B9A741BA}" dt="2026-06-19T12:04:14.372" v="876"/>
          <ac:picMkLst>
            <pc:docMk/>
            <pc:sldMk cId="3043463708" sldId="271"/>
            <ac:picMk id="4" creationId="{B5459E3F-A4C7-2F1B-223D-9FBBBAC4B9BC}"/>
          </ac:picMkLst>
        </pc:picChg>
      </pc:sldChg>
      <pc:sldChg chg="addSp delSp modSp new mod">
        <pc:chgData name="Akshitha Yasala" userId="1d9c17162ad17213" providerId="LiveId" clId="{2E7EA2EE-788B-4211-975C-CC37B9A741BA}" dt="2026-06-20T02:39:51.823" v="921" actId="2711"/>
        <pc:sldMkLst>
          <pc:docMk/>
          <pc:sldMk cId="3206270207" sldId="272"/>
        </pc:sldMkLst>
        <pc:spChg chg="add mod">
          <ac:chgData name="Akshitha Yasala" userId="1d9c17162ad17213" providerId="LiveId" clId="{2E7EA2EE-788B-4211-975C-CC37B9A741BA}" dt="2026-06-19T11:58:18.944" v="820" actId="404"/>
          <ac:spMkLst>
            <pc:docMk/>
            <pc:sldMk cId="3206270207" sldId="272"/>
            <ac:spMk id="3" creationId="{A1D27DE1-F851-8529-A2E6-937F877CA86E}"/>
          </ac:spMkLst>
        </pc:spChg>
        <pc:spChg chg="add del mod">
          <ac:chgData name="Akshitha Yasala" userId="1d9c17162ad17213" providerId="LiveId" clId="{2E7EA2EE-788B-4211-975C-CC37B9A741BA}" dt="2026-06-19T11:59:47.004" v="830" actId="478"/>
          <ac:spMkLst>
            <pc:docMk/>
            <pc:sldMk cId="3206270207" sldId="272"/>
            <ac:spMk id="5" creationId="{524BC84C-6EF7-A31D-43F3-2B997C13677D}"/>
          </ac:spMkLst>
        </pc:spChg>
        <pc:spChg chg="add mod">
          <ac:chgData name="Akshitha Yasala" userId="1d9c17162ad17213" providerId="LiveId" clId="{2E7EA2EE-788B-4211-975C-CC37B9A741BA}" dt="2026-06-20T02:39:51.823" v="921" actId="2711"/>
          <ac:spMkLst>
            <pc:docMk/>
            <pc:sldMk cId="3206270207" sldId="272"/>
            <ac:spMk id="6" creationId="{5838F9AA-227D-DA7E-34AD-64A389AA7495}"/>
          </ac:spMkLst>
        </pc:spChg>
        <pc:picChg chg="add mod">
          <ac:chgData name="Akshitha Yasala" userId="1d9c17162ad17213" providerId="LiveId" clId="{2E7EA2EE-788B-4211-975C-CC37B9A741BA}" dt="2026-06-19T12:04:18.356" v="877"/>
          <ac:picMkLst>
            <pc:docMk/>
            <pc:sldMk cId="3206270207" sldId="272"/>
            <ac:picMk id="7" creationId="{B8FB8ED3-D621-4E7C-F22D-8619899B0D30}"/>
          </ac:picMkLst>
        </pc:picChg>
      </pc:sldChg>
      <pc:sldChg chg="addSp modSp new mod">
        <pc:chgData name="Akshitha Yasala" userId="1d9c17162ad17213" providerId="LiveId" clId="{2E7EA2EE-788B-4211-975C-CC37B9A741BA}" dt="2026-06-19T12:01:59.149" v="849" actId="1076"/>
        <pc:sldMkLst>
          <pc:docMk/>
          <pc:sldMk cId="70808905" sldId="273"/>
        </pc:sldMkLst>
        <pc:picChg chg="add mod">
          <ac:chgData name="Akshitha Yasala" userId="1d9c17162ad17213" providerId="LiveId" clId="{2E7EA2EE-788B-4211-975C-CC37B9A741BA}" dt="2026-06-19T12:01:59.149" v="849" actId="1076"/>
          <ac:picMkLst>
            <pc:docMk/>
            <pc:sldMk cId="70808905" sldId="273"/>
            <ac:picMk id="2" creationId="{4F849031-4C6D-3137-A5B5-72BAF68CAFF5}"/>
          </ac:picMkLst>
        </pc:picChg>
      </pc:sldChg>
      <pc:sldChg chg="add del">
        <pc:chgData name="Akshitha Yasala" userId="1d9c17162ad17213" providerId="LiveId" clId="{2E7EA2EE-788B-4211-975C-CC37B9A741BA}" dt="2026-06-19T12:01:38.048" v="847" actId="47"/>
        <pc:sldMkLst>
          <pc:docMk/>
          <pc:sldMk cId="0" sldId="274"/>
        </pc:sldMkLst>
      </pc:sldChg>
      <pc:sldChg chg="addSp modSp new mod">
        <pc:chgData name="Akshitha Yasala" userId="1d9c17162ad17213" providerId="LiveId" clId="{2E7EA2EE-788B-4211-975C-CC37B9A741BA}" dt="2026-06-19T12:02:38.406" v="857" actId="14100"/>
        <pc:sldMkLst>
          <pc:docMk/>
          <pc:sldMk cId="2367059277" sldId="274"/>
        </pc:sldMkLst>
        <pc:picChg chg="add mod">
          <ac:chgData name="Akshitha Yasala" userId="1d9c17162ad17213" providerId="LiveId" clId="{2E7EA2EE-788B-4211-975C-CC37B9A741BA}" dt="2026-06-19T12:02:38.406" v="857" actId="14100"/>
          <ac:picMkLst>
            <pc:docMk/>
            <pc:sldMk cId="2367059277" sldId="274"/>
            <ac:picMk id="2" creationId="{F4D2E1DD-20A5-9B73-F6C0-D0B552B7FE5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061E9-B0E4-4820-991A-DD6EF18ABE70}" type="datetimeFigureOut">
              <a:rPr lang="en-IN" smtClean="0"/>
              <a:t>20-06-2026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05319-FDF9-4859-8B5E-9CBF651EDF01}" type="slidenum">
              <a:rPr lang="en-IN" smtClean="0"/>
              <a:t>‹#›</a:t>
            </a:fld>
            <a:endParaRPr lang="en-IN"/>
          </a:p>
        </p:txBody>
      </p:sp>
    </p:spTree>
    <p:extLst>
      <p:ext uri="{BB962C8B-B14F-4D97-AF65-F5344CB8AC3E}">
        <p14:creationId xmlns:p14="http://schemas.microsoft.com/office/powerpoint/2010/main" val="3445350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CBDD5-7394-091C-25D1-A66829A81D6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A1F41432-2A91-FF02-BD00-589F0C1DDB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9D09F0EF-D81A-FA18-5539-DA8758956A3E}"/>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5" name="Footer Placeholder 4">
            <a:extLst>
              <a:ext uri="{FF2B5EF4-FFF2-40B4-BE49-F238E27FC236}">
                <a16:creationId xmlns:a16="http://schemas.microsoft.com/office/drawing/2014/main" id="{C07DDC15-6ECE-0D8B-146E-B21524D6B7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CD0AF2-DC01-EA1E-5FCF-81933351AC99}"/>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688023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68226-DBFC-C462-FE1C-115B6360581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39652653-3EFB-7CDB-AFBF-0B41350061E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B1D8EB2-8932-4BC8-9029-4707F7FDDAC8}"/>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5" name="Footer Placeholder 4">
            <a:extLst>
              <a:ext uri="{FF2B5EF4-FFF2-40B4-BE49-F238E27FC236}">
                <a16:creationId xmlns:a16="http://schemas.microsoft.com/office/drawing/2014/main" id="{E8AC99A5-6986-C8ED-2C54-37B74D7DD2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EC9BE8-5986-E74D-A3A2-C6EC90BB4790}"/>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506867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9460-46AB-CDC4-259C-8FB3585D6FD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22B630B3-E19E-5A71-EB82-A00EEC1E6A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91E8FD5-1470-1A4A-7E84-5826109C833E}"/>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5" name="Footer Placeholder 4">
            <a:extLst>
              <a:ext uri="{FF2B5EF4-FFF2-40B4-BE49-F238E27FC236}">
                <a16:creationId xmlns:a16="http://schemas.microsoft.com/office/drawing/2014/main" id="{F2F39691-0AC2-80F4-F134-F7000A14C3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E8FD6D-13E1-98B7-3E7B-1792743A7085}"/>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1650456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FF266-8190-46A6-4640-F2D19080F7A8}"/>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0E8CE3D5-C493-4F36-0DFE-E2E14CB0B4D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F778852E-7B89-0B19-E28E-D0A4879281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B46F53EE-92F8-BE97-145B-BD8F6D6CB39B}"/>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6" name="Footer Placeholder 5">
            <a:extLst>
              <a:ext uri="{FF2B5EF4-FFF2-40B4-BE49-F238E27FC236}">
                <a16:creationId xmlns:a16="http://schemas.microsoft.com/office/drawing/2014/main" id="{1E572DEE-ABFA-ED75-E20A-0385E875D9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56A286-6C1A-8E50-0BE4-9FA068B22F1F}"/>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1864099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32AF-4DF2-1CD8-AA2F-A9C1998F9E76}"/>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A0B16091-FFE7-424E-1DAA-A41078DB96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5895FF3-33A4-099B-5B8B-231F630EA2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C35F55B4-A9A6-A76F-D7F3-A9D2CDFD05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85009EC-9168-FABA-DB0E-7E234FA2A81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059BDF11-C402-5D17-C680-668B5CC3D4CD}"/>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8" name="Footer Placeholder 7">
            <a:extLst>
              <a:ext uri="{FF2B5EF4-FFF2-40B4-BE49-F238E27FC236}">
                <a16:creationId xmlns:a16="http://schemas.microsoft.com/office/drawing/2014/main" id="{3339F417-C91A-46E4-4FDC-8A9F253D94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D09472-7755-E0DB-DF0E-B1211094F1A0}"/>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3856205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0822-D5A7-3E6A-D6BE-B8678E833466}"/>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7DE3233A-D1DA-0ED4-1BF9-F31C729D6283}"/>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4" name="Footer Placeholder 3">
            <a:extLst>
              <a:ext uri="{FF2B5EF4-FFF2-40B4-BE49-F238E27FC236}">
                <a16:creationId xmlns:a16="http://schemas.microsoft.com/office/drawing/2014/main" id="{CE8F435B-4655-2CD5-1D0C-BA5E9B4D1F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949094-F9C1-52B4-3481-4651B5301ED6}"/>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2879250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922220-96B0-744C-AC7C-1C93D63C5B81}"/>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3" name="Footer Placeholder 2">
            <a:extLst>
              <a:ext uri="{FF2B5EF4-FFF2-40B4-BE49-F238E27FC236}">
                <a16:creationId xmlns:a16="http://schemas.microsoft.com/office/drawing/2014/main" id="{8AA3801F-6BF3-D2B5-AEB9-9DF53A8BAB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11C87D-951E-33D7-126B-CEE02439D4B0}"/>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1842333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93AC-FBE4-8F5E-4128-328DB8C28E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CBAD2987-0855-35D0-B854-6D9F52D560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16D4A40B-6D29-EB0B-B068-DEA8A9FBC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B1AF62C-9E89-2FE6-3801-F43003236211}"/>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6" name="Footer Placeholder 5">
            <a:extLst>
              <a:ext uri="{FF2B5EF4-FFF2-40B4-BE49-F238E27FC236}">
                <a16:creationId xmlns:a16="http://schemas.microsoft.com/office/drawing/2014/main" id="{4695DDD9-2E04-2643-1F3F-C1AE730CF8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B5B0B6-6920-66F2-AF22-E1510EFA4C85}"/>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80014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83E2B-41BF-AB3E-0C54-363790ECBED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AA7782B1-591A-F0FA-A677-D4D7C427C1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F8C362-A236-0BBD-6572-AEE84C91A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217B22-D979-CE59-FF76-9B663A896E33}"/>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6" name="Footer Placeholder 5">
            <a:extLst>
              <a:ext uri="{FF2B5EF4-FFF2-40B4-BE49-F238E27FC236}">
                <a16:creationId xmlns:a16="http://schemas.microsoft.com/office/drawing/2014/main" id="{F6016A1F-990D-557C-5197-08AB4BDD3F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428029-0F08-E91B-BBFC-28DDF7F7D026}"/>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2543592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18A8A-5CA2-8828-B36C-F766BED9221D}"/>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81990C9-CDE9-9415-D1DF-D48C916EF22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602B760-0DF7-E01C-AF97-21AA13C28F00}"/>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5" name="Footer Placeholder 4">
            <a:extLst>
              <a:ext uri="{FF2B5EF4-FFF2-40B4-BE49-F238E27FC236}">
                <a16:creationId xmlns:a16="http://schemas.microsoft.com/office/drawing/2014/main" id="{8281A7FA-AB44-EB67-1418-3306EF28E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AFBA86-C0D0-5610-97C6-DC178C0BDF5F}"/>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3138802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3A40B0-C6C7-9C67-63FA-E780F456E29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49DAB3C6-8213-6A95-5E17-CAFE949BA1D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D383AA3-0BE1-A3C4-0671-7F9CB0838B0A}"/>
              </a:ext>
            </a:extLst>
          </p:cNvPr>
          <p:cNvSpPr>
            <a:spLocks noGrp="1"/>
          </p:cNvSpPr>
          <p:nvPr>
            <p:ph type="dt" sz="half" idx="10"/>
          </p:nvPr>
        </p:nvSpPr>
        <p:spPr/>
        <p:txBody>
          <a:bodyPr/>
          <a:lstStyle/>
          <a:p>
            <a:fld id="{E7A9838E-59E3-450C-BD1B-3E068828FA10}" type="datetimeFigureOut">
              <a:rPr lang="en-IN" smtClean="0"/>
              <a:t>20-06-2026</a:t>
            </a:fld>
            <a:endParaRPr lang="en-IN"/>
          </a:p>
        </p:txBody>
      </p:sp>
      <p:sp>
        <p:nvSpPr>
          <p:cNvPr id="5" name="Footer Placeholder 4">
            <a:extLst>
              <a:ext uri="{FF2B5EF4-FFF2-40B4-BE49-F238E27FC236}">
                <a16:creationId xmlns:a16="http://schemas.microsoft.com/office/drawing/2014/main" id="{5D24981B-2222-3264-3A58-F9C8703DA9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95B674-B1FA-41E5-7FE8-C71AB44CCB65}"/>
              </a:ext>
            </a:extLst>
          </p:cNvPr>
          <p:cNvSpPr>
            <a:spLocks noGrp="1"/>
          </p:cNvSpPr>
          <p:nvPr>
            <p:ph type="sldNum" sz="quarter" idx="12"/>
          </p:nvPr>
        </p:nvSpPr>
        <p:spPr/>
        <p:txBody>
          <a:bodyPr/>
          <a:lstStyle/>
          <a:p>
            <a:fld id="{24B7D9B5-354D-4168-A299-9286A90D615C}" type="slidenum">
              <a:rPr lang="en-IN" smtClean="0"/>
              <a:t>‹#›</a:t>
            </a:fld>
            <a:endParaRPr lang="en-IN"/>
          </a:p>
        </p:txBody>
      </p:sp>
    </p:spTree>
    <p:extLst>
      <p:ext uri="{BB962C8B-B14F-4D97-AF65-F5344CB8AC3E}">
        <p14:creationId xmlns:p14="http://schemas.microsoft.com/office/powerpoint/2010/main" val="331049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0C622-76E0-1CB0-5929-05B56B1532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AD92AE1-7F94-0BB6-C12A-0559E8897F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B2450CBF-8FC4-AF66-E9B1-478D2F72AA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A9838E-59E3-450C-BD1B-3E068828FA10}" type="datetimeFigureOut">
              <a:rPr lang="en-IN" smtClean="0"/>
              <a:t>20-06-2026</a:t>
            </a:fld>
            <a:endParaRPr lang="en-IN"/>
          </a:p>
        </p:txBody>
      </p:sp>
      <p:sp>
        <p:nvSpPr>
          <p:cNvPr id="5" name="Footer Placeholder 4">
            <a:extLst>
              <a:ext uri="{FF2B5EF4-FFF2-40B4-BE49-F238E27FC236}">
                <a16:creationId xmlns:a16="http://schemas.microsoft.com/office/drawing/2014/main" id="{007365F2-6BA5-0E23-D39E-441887A108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E73E24B-6673-3ABC-FF0D-1C3F874080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B7D9B5-354D-4168-A299-9286A90D615C}" type="slidenum">
              <a:rPr lang="en-IN" smtClean="0"/>
              <a:t>‹#›</a:t>
            </a:fld>
            <a:endParaRPr lang="en-IN"/>
          </a:p>
        </p:txBody>
      </p:sp>
    </p:spTree>
    <p:extLst>
      <p:ext uri="{BB962C8B-B14F-4D97-AF65-F5344CB8AC3E}">
        <p14:creationId xmlns:p14="http://schemas.microsoft.com/office/powerpoint/2010/main" val="2685974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6206-9F35-77A6-5D7F-1B4591DC3BE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95D102E2-5002-7DD7-62AD-DAA10297F5D9}"/>
              </a:ext>
            </a:extLst>
          </p:cNvPr>
          <p:cNvSpPr>
            <a:spLocks noGrp="1"/>
          </p:cNvSpPr>
          <p:nvPr>
            <p:ph type="subTitle" idx="1"/>
          </p:nvPr>
        </p:nvSpPr>
        <p:spPr/>
        <p:txBody>
          <a:bodyPr/>
          <a:lstStyle/>
          <a:p>
            <a:endParaRPr lang="en-IN"/>
          </a:p>
        </p:txBody>
      </p:sp>
      <p:pic>
        <p:nvPicPr>
          <p:cNvPr id="4" name="Google Shape;86;p1">
            <a:extLst>
              <a:ext uri="{FF2B5EF4-FFF2-40B4-BE49-F238E27FC236}">
                <a16:creationId xmlns:a16="http://schemas.microsoft.com/office/drawing/2014/main" id="{B34F6953-B883-721D-BF49-A574E39AB8EF}"/>
              </a:ext>
            </a:extLst>
          </p:cNvPr>
          <p:cNvPicPr preferRelativeResize="0"/>
          <p:nvPr/>
        </p:nvPicPr>
        <p:blipFill rotWithShape="1">
          <a:blip r:embed="rId2">
            <a:alphaModFix/>
          </a:blip>
          <a:srcRect/>
          <a:stretch/>
        </p:blipFill>
        <p:spPr>
          <a:xfrm>
            <a:off x="0" y="0"/>
            <a:ext cx="12192000" cy="7334250"/>
          </a:xfrm>
          <a:prstGeom prst="rect">
            <a:avLst/>
          </a:prstGeom>
          <a:noFill/>
          <a:ln>
            <a:noFill/>
          </a:ln>
        </p:spPr>
      </p:pic>
      <p:sp>
        <p:nvSpPr>
          <p:cNvPr id="5" name="Google Shape;87;p1">
            <a:extLst>
              <a:ext uri="{FF2B5EF4-FFF2-40B4-BE49-F238E27FC236}">
                <a16:creationId xmlns:a16="http://schemas.microsoft.com/office/drawing/2014/main" id="{B957BEE8-3E21-2BF7-872A-63C020E70592}"/>
              </a:ext>
            </a:extLst>
          </p:cNvPr>
          <p:cNvSpPr txBox="1"/>
          <p:nvPr/>
        </p:nvSpPr>
        <p:spPr>
          <a:xfrm flipH="1">
            <a:off x="3452271" y="3924480"/>
            <a:ext cx="5721874" cy="7078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a:solidFill>
                  <a:schemeClr val="dk1"/>
                </a:solidFill>
                <a:latin typeface="Calibri"/>
                <a:ea typeface="Calibri"/>
                <a:cs typeface="Calibri"/>
                <a:sym typeface="Calibri"/>
              </a:rPr>
              <a:t>Music Store DataAnalysis</a:t>
            </a:r>
            <a:endParaRPr sz="1400" b="0" i="0" u="none" strike="noStrike" cap="none">
              <a:solidFill>
                <a:srgbClr val="000000"/>
              </a:solidFill>
              <a:latin typeface="Arial"/>
              <a:ea typeface="Arial"/>
              <a:cs typeface="Arial"/>
              <a:sym typeface="Arial"/>
            </a:endParaRPr>
          </a:p>
        </p:txBody>
      </p:sp>
      <p:sp>
        <p:nvSpPr>
          <p:cNvPr id="6" name="Google Shape;88;p1">
            <a:extLst>
              <a:ext uri="{FF2B5EF4-FFF2-40B4-BE49-F238E27FC236}">
                <a16:creationId xmlns:a16="http://schemas.microsoft.com/office/drawing/2014/main" id="{B53DE43C-BA52-9D2E-7557-F7629D11AF6A}"/>
              </a:ext>
            </a:extLst>
          </p:cNvPr>
          <p:cNvSpPr txBox="1"/>
          <p:nvPr/>
        </p:nvSpPr>
        <p:spPr>
          <a:xfrm flipH="1">
            <a:off x="8648051" y="5118542"/>
            <a:ext cx="42309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1800" b="0" i="0" u="none" strike="noStrike" cap="none">
                <a:solidFill>
                  <a:srgbClr val="1F3864"/>
                </a:solidFill>
                <a:latin typeface="Calibri"/>
                <a:ea typeface="Calibri"/>
                <a:cs typeface="Calibri"/>
                <a:sym typeface="Calibri"/>
              </a:rPr>
              <a:t>Presented by-</a:t>
            </a:r>
            <a:endParaRPr sz="1800" b="0" i="0" u="none" strike="noStrike" cap="none">
              <a:solidFill>
                <a:srgbClr val="1F3864"/>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US" b="1">
                <a:solidFill>
                  <a:srgbClr val="1F3864"/>
                </a:solidFill>
                <a:latin typeface="Calibri"/>
                <a:ea typeface="Calibri"/>
                <a:cs typeface="Calibri"/>
                <a:sym typeface="Calibri"/>
              </a:rPr>
              <a:t>Akshitha Yasala</a:t>
            </a:r>
            <a:endParaRPr sz="1800" b="1" i="0" u="none" strike="noStrike" cap="none">
              <a:solidFill>
                <a:srgbClr val="1F3864"/>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800" b="0" i="0" u="none" strike="noStrike" cap="none">
                <a:solidFill>
                  <a:srgbClr val="1F3864"/>
                </a:solidFill>
                <a:latin typeface="Calibri"/>
                <a:ea typeface="Calibri"/>
                <a:cs typeface="Calibri"/>
                <a:sym typeface="Calibri"/>
              </a:rPr>
              <a:t>Batch No. 493</a:t>
            </a:r>
            <a:endParaRPr sz="1800" b="0" i="0" u="none" strike="noStrike" cap="none">
              <a:solidFill>
                <a:srgbClr val="1F3864"/>
              </a:solidFill>
              <a:latin typeface="Calibri"/>
              <a:ea typeface="Calibri"/>
              <a:cs typeface="Calibri"/>
              <a:sym typeface="Calibri"/>
            </a:endParaRPr>
          </a:p>
        </p:txBody>
      </p:sp>
    </p:spTree>
    <p:extLst>
      <p:ext uri="{BB962C8B-B14F-4D97-AF65-F5344CB8AC3E}">
        <p14:creationId xmlns:p14="http://schemas.microsoft.com/office/powerpoint/2010/main" val="2536155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4651F-81C2-0D80-DF2C-A70BBC5763E2}"/>
              </a:ext>
            </a:extLst>
          </p:cNvPr>
          <p:cNvSpPr>
            <a:spLocks noGrp="1"/>
          </p:cNvSpPr>
          <p:nvPr>
            <p:ph type="title"/>
          </p:nvPr>
        </p:nvSpPr>
        <p:spPr>
          <a:xfrm>
            <a:off x="838200" y="365126"/>
            <a:ext cx="2316982" cy="700000"/>
          </a:xfrm>
        </p:spPr>
        <p:txBody>
          <a:bodyPr>
            <a:normAutofit/>
          </a:bodyPr>
          <a:lstStyle/>
          <a:p>
            <a:r>
              <a:rPr lang="en-IN" sz="2800" b="1">
                <a:solidFill>
                  <a:srgbClr val="FF0000"/>
                </a:solidFill>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2B3F76F5-DB8E-CFED-59D9-1E0E182845CA}"/>
              </a:ext>
            </a:extLst>
          </p:cNvPr>
          <p:cNvSpPr>
            <a:spLocks noGrp="1"/>
          </p:cNvSpPr>
          <p:nvPr>
            <p:ph idx="1"/>
          </p:nvPr>
        </p:nvSpPr>
        <p:spPr>
          <a:xfrm>
            <a:off x="838200" y="1142337"/>
            <a:ext cx="10515600" cy="4351338"/>
          </a:xfrm>
        </p:spPr>
        <p:txBody>
          <a:bodyPr>
            <a:normAutofit/>
          </a:bodyPr>
          <a:lstStyle/>
          <a:p>
            <a:pPr>
              <a:lnSpc>
                <a:spcPct val="150000"/>
              </a:lnSpc>
            </a:pPr>
            <a:r>
              <a:rPr lang="en-IN" sz="2000">
                <a:latin typeface="Times New Roman" panose="02020603050405020304" pitchFamily="18" charset="0"/>
                <a:cs typeface="Times New Roman" panose="02020603050405020304" pitchFamily="18" charset="0"/>
              </a:rPr>
              <a:t>Business Problem</a:t>
            </a:r>
          </a:p>
          <a:p>
            <a:pPr>
              <a:lnSpc>
                <a:spcPct val="150000"/>
              </a:lnSpc>
            </a:pPr>
            <a:r>
              <a:rPr lang="en-IN" sz="2000">
                <a:latin typeface="Times New Roman" panose="02020603050405020304" pitchFamily="18" charset="0"/>
                <a:cs typeface="Times New Roman" panose="02020603050405020304" pitchFamily="18" charset="0"/>
              </a:rPr>
              <a:t>Problem Statement</a:t>
            </a:r>
          </a:p>
          <a:p>
            <a:pPr>
              <a:lnSpc>
                <a:spcPct val="150000"/>
              </a:lnSpc>
            </a:pPr>
            <a:r>
              <a:rPr lang="en-IN" sz="2000">
                <a:latin typeface="Times New Roman" panose="02020603050405020304" pitchFamily="18" charset="0"/>
                <a:cs typeface="Times New Roman" panose="02020603050405020304" pitchFamily="18" charset="0"/>
              </a:rPr>
              <a:t>DataBase Schema &amp; Entity Relationship Diagram</a:t>
            </a:r>
          </a:p>
          <a:p>
            <a:pPr>
              <a:lnSpc>
                <a:spcPct val="150000"/>
              </a:lnSpc>
            </a:pPr>
            <a:r>
              <a:rPr lang="en-IN" sz="2000">
                <a:latin typeface="Times New Roman" panose="02020603050405020304" pitchFamily="18" charset="0"/>
                <a:cs typeface="Times New Roman" panose="02020603050405020304" pitchFamily="18" charset="0"/>
              </a:rPr>
              <a:t>Data Exploration &amp; SQL Techniques</a:t>
            </a:r>
          </a:p>
          <a:p>
            <a:pPr>
              <a:lnSpc>
                <a:spcPct val="150000"/>
              </a:lnSpc>
            </a:pPr>
            <a:r>
              <a:rPr lang="en-IN" sz="2000">
                <a:latin typeface="Times New Roman" panose="02020603050405020304" pitchFamily="18" charset="0"/>
                <a:cs typeface="Times New Roman" panose="02020603050405020304" pitchFamily="18" charset="0"/>
              </a:rPr>
              <a:t>Business Questions &amp; Analysis</a:t>
            </a:r>
          </a:p>
          <a:p>
            <a:pPr>
              <a:lnSpc>
                <a:spcPct val="150000"/>
              </a:lnSpc>
            </a:pPr>
            <a:r>
              <a:rPr lang="en-IN" sz="2000">
                <a:latin typeface="Times New Roman" panose="02020603050405020304" pitchFamily="18" charset="0"/>
                <a:cs typeface="Times New Roman" panose="02020603050405020304" pitchFamily="18" charset="0"/>
              </a:rPr>
              <a:t>Key Insights &amp; Findings</a:t>
            </a:r>
          </a:p>
          <a:p>
            <a:pPr>
              <a:lnSpc>
                <a:spcPct val="150000"/>
              </a:lnSpc>
            </a:pPr>
            <a:r>
              <a:rPr lang="en-IN" sz="2000">
                <a:latin typeface="Times New Roman" panose="02020603050405020304" pitchFamily="18" charset="0"/>
                <a:cs typeface="Times New Roman" panose="02020603050405020304" pitchFamily="18" charset="0"/>
              </a:rPr>
              <a:t>Conclusion &amp; Business Recommendations</a:t>
            </a:r>
          </a:p>
        </p:txBody>
      </p:sp>
      <p:pic>
        <p:nvPicPr>
          <p:cNvPr id="4" name="Google Shape;242;p14">
            <a:extLst>
              <a:ext uri="{FF2B5EF4-FFF2-40B4-BE49-F238E27FC236}">
                <a16:creationId xmlns:a16="http://schemas.microsoft.com/office/drawing/2014/main" id="{BAE62BCC-63C3-9294-01FD-7503B70234BB}"/>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2798981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DDE497-1B9F-1B1F-0E6A-15BE1000B3E5}"/>
              </a:ext>
            </a:extLst>
          </p:cNvPr>
          <p:cNvSpPr txBox="1"/>
          <p:nvPr/>
        </p:nvSpPr>
        <p:spPr>
          <a:xfrm>
            <a:off x="633046" y="1205802"/>
            <a:ext cx="10801978" cy="3331938"/>
          </a:xfrm>
          <a:prstGeom prst="rect">
            <a:avLst/>
          </a:prstGeom>
          <a:noFill/>
        </p:spPr>
        <p:txBody>
          <a:bodyPr wrap="square" rtlCol="0">
            <a:spAutoFit/>
          </a:bodyPr>
          <a:lstStyle/>
          <a:p>
            <a:pPr algn="just">
              <a:lnSpc>
                <a:spcPct val="200000"/>
              </a:lnSpc>
            </a:pPr>
            <a:r>
              <a:rPr lang="en-IN">
                <a:latin typeface="Times New Roman" panose="02020603050405020304" pitchFamily="18" charset="0"/>
                <a:cs typeface="Times New Roman" panose="02020603050405020304" pitchFamily="18" charset="0"/>
              </a:rPr>
              <a:t>The Music Store operates across multiple countries and serves a diverse customer base with varying music preferences. However, the business lacks clear insights into customer purchasing behavior, top-performing artists, popular music genres, and key revenue-generating markets. Without these insights, management faces challenges in designing effective marketing campaigns, improving customer retention, and maximizing sales opportunities. Therefore, the company requires a data-driven analysis to uncover actionable insights and support strategic business decision-making.</a:t>
            </a:r>
          </a:p>
        </p:txBody>
      </p:sp>
      <p:sp>
        <p:nvSpPr>
          <p:cNvPr id="4" name="TextBox 3">
            <a:extLst>
              <a:ext uri="{FF2B5EF4-FFF2-40B4-BE49-F238E27FC236}">
                <a16:creationId xmlns:a16="http://schemas.microsoft.com/office/drawing/2014/main" id="{AF671F3C-A3BE-6315-0480-08861AE788B3}"/>
              </a:ext>
            </a:extLst>
          </p:cNvPr>
          <p:cNvSpPr txBox="1"/>
          <p:nvPr/>
        </p:nvSpPr>
        <p:spPr>
          <a:xfrm>
            <a:off x="633046" y="542611"/>
            <a:ext cx="4511710" cy="523220"/>
          </a:xfrm>
          <a:prstGeom prst="rect">
            <a:avLst/>
          </a:prstGeom>
          <a:noFill/>
        </p:spPr>
        <p:txBody>
          <a:bodyPr wrap="square" rtlCol="0">
            <a:spAutoFit/>
          </a:bodyPr>
          <a:lstStyle/>
          <a:p>
            <a:r>
              <a:rPr lang="en-IN"/>
              <a:t> </a:t>
            </a:r>
            <a:r>
              <a:rPr lang="en-IN" sz="2800" b="1">
                <a:solidFill>
                  <a:srgbClr val="FF0000"/>
                </a:solidFill>
                <a:latin typeface="Times New Roman" panose="02020603050405020304" pitchFamily="18" charset="0"/>
                <a:cs typeface="Times New Roman" panose="02020603050405020304" pitchFamily="18" charset="0"/>
              </a:rPr>
              <a:t>Business Problem</a:t>
            </a:r>
            <a:endParaRPr lang="en-IN" b="1">
              <a:solidFill>
                <a:srgbClr val="FF0000"/>
              </a:solidFill>
              <a:latin typeface="Times New Roman" panose="02020603050405020304" pitchFamily="18" charset="0"/>
              <a:cs typeface="Times New Roman" panose="02020603050405020304" pitchFamily="18" charset="0"/>
            </a:endParaRPr>
          </a:p>
        </p:txBody>
      </p:sp>
      <p:pic>
        <p:nvPicPr>
          <p:cNvPr id="5" name="Google Shape;242;p14">
            <a:extLst>
              <a:ext uri="{FF2B5EF4-FFF2-40B4-BE49-F238E27FC236}">
                <a16:creationId xmlns:a16="http://schemas.microsoft.com/office/drawing/2014/main" id="{BD6418C1-5ECC-7A9E-6C95-B9D749A27EF6}"/>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113995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1EE8BE-6918-F766-F58B-BEFCA6DF0604}"/>
              </a:ext>
            </a:extLst>
          </p:cNvPr>
          <p:cNvSpPr txBox="1"/>
          <p:nvPr/>
        </p:nvSpPr>
        <p:spPr>
          <a:xfrm>
            <a:off x="381837" y="462224"/>
            <a:ext cx="5084466" cy="523220"/>
          </a:xfrm>
          <a:prstGeom prst="rect">
            <a:avLst/>
          </a:prstGeom>
          <a:noFill/>
        </p:spPr>
        <p:txBody>
          <a:bodyPr wrap="square" rtlCol="0">
            <a:spAutoFit/>
          </a:bodyPr>
          <a:lstStyle/>
          <a:p>
            <a:r>
              <a:rPr lang="en-IN" sz="2800" b="1">
                <a:solidFill>
                  <a:srgbClr val="FF0000"/>
                </a:solidFill>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B00E29CC-539D-3F5D-BC83-873DCF49174F}"/>
              </a:ext>
            </a:extLst>
          </p:cNvPr>
          <p:cNvSpPr txBox="1"/>
          <p:nvPr/>
        </p:nvSpPr>
        <p:spPr>
          <a:xfrm>
            <a:off x="381837" y="1326382"/>
            <a:ext cx="10892413" cy="2535566"/>
          </a:xfrm>
          <a:prstGeom prst="rect">
            <a:avLst/>
          </a:prstGeom>
          <a:noFill/>
        </p:spPr>
        <p:txBody>
          <a:bodyPr wrap="square" rtlCol="0">
            <a:spAutoFit/>
          </a:bodyPr>
          <a:lstStyle/>
          <a:p>
            <a:pPr algn="just">
              <a:lnSpc>
                <a:spcPct val="150000"/>
              </a:lnSpc>
            </a:pPr>
            <a:r>
              <a:rPr lang="en-IN">
                <a:latin typeface="Times New Roman" panose="02020603050405020304" pitchFamily="18" charset="0"/>
                <a:cs typeface="Times New Roman" panose="02020603050405020304" pitchFamily="18" charset="0"/>
              </a:rPr>
              <a:t>The Music Store generates large volumes of sales and customer transaction data, but the business lacks a systematic approach to analyze this information and derive meaningful insights. There is a need to identify high-value customers, top-performing artists, popular music genres, and revenue-driving markets to better understand customer preferences and purchasing behavior. By leveraging SQL-based data analysis, the organization aims to transform raw transactional data into actionable insights that support targeted marketing, customer retention, and revenue growth strategies.</a:t>
            </a:r>
          </a:p>
        </p:txBody>
      </p:sp>
      <p:pic>
        <p:nvPicPr>
          <p:cNvPr id="4" name="Google Shape;242;p14">
            <a:extLst>
              <a:ext uri="{FF2B5EF4-FFF2-40B4-BE49-F238E27FC236}">
                <a16:creationId xmlns:a16="http://schemas.microsoft.com/office/drawing/2014/main" id="{D6051A9A-93AB-A343-99DB-CAB68293615D}"/>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3860000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6D7584-8623-F606-2C8C-258C579F0EFD}"/>
              </a:ext>
            </a:extLst>
          </p:cNvPr>
          <p:cNvPicPr>
            <a:picLocks noChangeAspect="1"/>
          </p:cNvPicPr>
          <p:nvPr/>
        </p:nvPicPr>
        <p:blipFill>
          <a:blip r:embed="rId2"/>
          <a:stretch>
            <a:fillRect/>
          </a:stretch>
        </p:blipFill>
        <p:spPr>
          <a:xfrm>
            <a:off x="654817" y="584775"/>
            <a:ext cx="10882365" cy="6273225"/>
          </a:xfrm>
          <a:prstGeom prst="rect">
            <a:avLst/>
          </a:prstGeom>
        </p:spPr>
      </p:pic>
      <p:sp>
        <p:nvSpPr>
          <p:cNvPr id="6" name="TextBox 5">
            <a:extLst>
              <a:ext uri="{FF2B5EF4-FFF2-40B4-BE49-F238E27FC236}">
                <a16:creationId xmlns:a16="http://schemas.microsoft.com/office/drawing/2014/main" id="{DCEB2943-C39C-BE9F-9DD1-50230C21B0F1}"/>
              </a:ext>
            </a:extLst>
          </p:cNvPr>
          <p:cNvSpPr txBox="1"/>
          <p:nvPr/>
        </p:nvSpPr>
        <p:spPr>
          <a:xfrm>
            <a:off x="532563" y="0"/>
            <a:ext cx="7686989" cy="523220"/>
          </a:xfrm>
          <a:prstGeom prst="rect">
            <a:avLst/>
          </a:prstGeom>
          <a:noFill/>
        </p:spPr>
        <p:txBody>
          <a:bodyPr wrap="square" rtlCol="0">
            <a:spAutoFit/>
          </a:bodyPr>
          <a:lstStyle/>
          <a:p>
            <a:r>
              <a:rPr lang="en-IN" sz="2800" b="1">
                <a:solidFill>
                  <a:srgbClr val="FF0000"/>
                </a:solidFill>
                <a:latin typeface="Times New Roman" panose="02020603050405020304" pitchFamily="18" charset="0"/>
                <a:cs typeface="Times New Roman" panose="02020603050405020304" pitchFamily="18" charset="0"/>
              </a:rPr>
              <a:t>Database Schema &amp; ER Diagram</a:t>
            </a:r>
          </a:p>
        </p:txBody>
      </p:sp>
    </p:spTree>
    <p:extLst>
      <p:ext uri="{BB962C8B-B14F-4D97-AF65-F5344CB8AC3E}">
        <p14:creationId xmlns:p14="http://schemas.microsoft.com/office/powerpoint/2010/main" val="883282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D599F0-51B5-56A0-A9E6-C74CE6A67BCD}"/>
              </a:ext>
            </a:extLst>
          </p:cNvPr>
          <p:cNvSpPr txBox="1"/>
          <p:nvPr/>
        </p:nvSpPr>
        <p:spPr>
          <a:xfrm>
            <a:off x="435428" y="1034980"/>
            <a:ext cx="10832123" cy="33417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Data Exploration and Data Validation </a:t>
            </a:r>
          </a:p>
          <a:p>
            <a:pPr marL="285750" indent="-285750">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SQL Joins for Multi-Table Analysis </a:t>
            </a:r>
          </a:p>
          <a:p>
            <a:pPr marL="285750" indent="-285750">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Aggregate Functions (SUM, COUNT, AVG) </a:t>
            </a:r>
          </a:p>
          <a:p>
            <a:pPr marL="285750" indent="-285750">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Subqueries and CTEs </a:t>
            </a:r>
          </a:p>
          <a:p>
            <a:pPr marL="285750" indent="-285750">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Window Functions (RANK, DENSE_RANK) </a:t>
            </a:r>
          </a:p>
          <a:p>
            <a:pPr marL="285750" indent="-285750">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Grouping, Filtering, and Sorting for Business Insights</a:t>
            </a:r>
          </a:p>
        </p:txBody>
      </p:sp>
      <p:sp>
        <p:nvSpPr>
          <p:cNvPr id="3" name="TextBox 2">
            <a:extLst>
              <a:ext uri="{FF2B5EF4-FFF2-40B4-BE49-F238E27FC236}">
                <a16:creationId xmlns:a16="http://schemas.microsoft.com/office/drawing/2014/main" id="{A00B0E37-77D5-AC77-CD91-68EBC303BF31}"/>
              </a:ext>
            </a:extLst>
          </p:cNvPr>
          <p:cNvSpPr txBox="1"/>
          <p:nvPr/>
        </p:nvSpPr>
        <p:spPr>
          <a:xfrm>
            <a:off x="435428" y="211016"/>
            <a:ext cx="7985090" cy="661207"/>
          </a:xfrm>
          <a:prstGeom prst="rect">
            <a:avLst/>
          </a:prstGeom>
          <a:noFill/>
        </p:spPr>
        <p:txBody>
          <a:bodyPr wrap="square" rtlCol="0">
            <a:spAutoFit/>
          </a:bodyPr>
          <a:lstStyle/>
          <a:p>
            <a:pPr>
              <a:lnSpc>
                <a:spcPct val="150000"/>
              </a:lnSpc>
            </a:pPr>
            <a:r>
              <a:rPr lang="en-IN" sz="2800" b="1">
                <a:solidFill>
                  <a:srgbClr val="FF0000"/>
                </a:solidFill>
                <a:latin typeface="Times New Roman" panose="02020603050405020304" pitchFamily="18" charset="0"/>
                <a:cs typeface="Times New Roman" panose="02020603050405020304" pitchFamily="18" charset="0"/>
              </a:rPr>
              <a:t>Data Exploration &amp; SQL Techniques</a:t>
            </a:r>
          </a:p>
        </p:txBody>
      </p:sp>
      <p:pic>
        <p:nvPicPr>
          <p:cNvPr id="4" name="Google Shape;242;p14">
            <a:extLst>
              <a:ext uri="{FF2B5EF4-FFF2-40B4-BE49-F238E27FC236}">
                <a16:creationId xmlns:a16="http://schemas.microsoft.com/office/drawing/2014/main" id="{2FF8B8AF-A5A6-ECC7-AE42-41CA4B4DE684}"/>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2352710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AE20F8-37FC-51A4-05E3-00BA22162E45}"/>
              </a:ext>
            </a:extLst>
          </p:cNvPr>
          <p:cNvSpPr txBox="1"/>
          <p:nvPr/>
        </p:nvSpPr>
        <p:spPr>
          <a:xfrm>
            <a:off x="311497" y="375241"/>
            <a:ext cx="5285434" cy="523220"/>
          </a:xfrm>
          <a:prstGeom prst="rect">
            <a:avLst/>
          </a:prstGeom>
          <a:noFill/>
        </p:spPr>
        <p:txBody>
          <a:bodyPr wrap="square" rtlCol="0">
            <a:spAutoFit/>
          </a:bodyPr>
          <a:lstStyle/>
          <a:p>
            <a:r>
              <a:rPr lang="en-IN" sz="2800" b="1">
                <a:solidFill>
                  <a:srgbClr val="FF0000"/>
                </a:solidFill>
                <a:latin typeface="Times New Roman" panose="02020603050405020304" pitchFamily="18" charset="0"/>
                <a:cs typeface="Times New Roman" panose="02020603050405020304" pitchFamily="18" charset="0"/>
              </a:rPr>
              <a:t>Business Questions and Analysis</a:t>
            </a:r>
          </a:p>
        </p:txBody>
      </p:sp>
      <p:sp>
        <p:nvSpPr>
          <p:cNvPr id="4" name="TextBox 3">
            <a:extLst>
              <a:ext uri="{FF2B5EF4-FFF2-40B4-BE49-F238E27FC236}">
                <a16:creationId xmlns:a16="http://schemas.microsoft.com/office/drawing/2014/main" id="{137E0332-3793-508A-CE5D-AEA38AE0C85B}"/>
              </a:ext>
            </a:extLst>
          </p:cNvPr>
          <p:cNvSpPr txBox="1"/>
          <p:nvPr/>
        </p:nvSpPr>
        <p:spPr>
          <a:xfrm>
            <a:off x="311499" y="1168120"/>
            <a:ext cx="4987334" cy="1323439"/>
          </a:xfrm>
          <a:prstGeom prst="rect">
            <a:avLst/>
          </a:prstGeom>
          <a:noFill/>
        </p:spPr>
        <p:txBody>
          <a:bodyPr wrap="square" rtlCol="0">
            <a:spAutoFit/>
          </a:bodyPr>
          <a:lstStyle/>
          <a:p>
            <a:pPr algn="just"/>
            <a:r>
              <a:rPr lang="en-US" sz="1600"/>
              <a:t>Which city has the best customers? We would like to throw a promotional Music Festival in the city we made the most money. Write a query that returns one city that has the highest sum of invoice totals. Return both the city name &amp; sum of all invoice totals </a:t>
            </a:r>
            <a:endParaRPr lang="en-IN" sz="1600"/>
          </a:p>
        </p:txBody>
      </p:sp>
      <p:pic>
        <p:nvPicPr>
          <p:cNvPr id="6" name="Picture 5">
            <a:extLst>
              <a:ext uri="{FF2B5EF4-FFF2-40B4-BE49-F238E27FC236}">
                <a16:creationId xmlns:a16="http://schemas.microsoft.com/office/drawing/2014/main" id="{F3325C2C-392A-87A9-F272-754C8A2D2E15}"/>
              </a:ext>
            </a:extLst>
          </p:cNvPr>
          <p:cNvPicPr>
            <a:picLocks noChangeAspect="1"/>
          </p:cNvPicPr>
          <p:nvPr/>
        </p:nvPicPr>
        <p:blipFill>
          <a:blip r:embed="rId2"/>
          <a:stretch>
            <a:fillRect/>
          </a:stretch>
        </p:blipFill>
        <p:spPr>
          <a:xfrm>
            <a:off x="460546" y="2761218"/>
            <a:ext cx="5716733" cy="3325452"/>
          </a:xfrm>
          <a:prstGeom prst="rect">
            <a:avLst/>
          </a:prstGeom>
        </p:spPr>
      </p:pic>
      <p:sp>
        <p:nvSpPr>
          <p:cNvPr id="21" name="TextBox 20">
            <a:extLst>
              <a:ext uri="{FF2B5EF4-FFF2-40B4-BE49-F238E27FC236}">
                <a16:creationId xmlns:a16="http://schemas.microsoft.com/office/drawing/2014/main" id="{01AB2867-21C9-D42D-A408-73ACE2BBEF75}"/>
              </a:ext>
            </a:extLst>
          </p:cNvPr>
          <p:cNvSpPr txBox="1"/>
          <p:nvPr/>
        </p:nvSpPr>
        <p:spPr>
          <a:xfrm>
            <a:off x="6096000" y="1168120"/>
            <a:ext cx="6096000" cy="338554"/>
          </a:xfrm>
          <a:prstGeom prst="rect">
            <a:avLst/>
          </a:prstGeom>
          <a:noFill/>
        </p:spPr>
        <p:txBody>
          <a:bodyPr wrap="square">
            <a:spAutoFit/>
          </a:bodyPr>
          <a:lstStyle/>
          <a:p>
            <a:r>
              <a:rPr lang="en-IN" sz="1600"/>
              <a:t>Which countries have the most Invoices? </a:t>
            </a:r>
          </a:p>
        </p:txBody>
      </p:sp>
      <p:pic>
        <p:nvPicPr>
          <p:cNvPr id="23" name="Picture 22">
            <a:extLst>
              <a:ext uri="{FF2B5EF4-FFF2-40B4-BE49-F238E27FC236}">
                <a16:creationId xmlns:a16="http://schemas.microsoft.com/office/drawing/2014/main" id="{D6EF1256-717E-F03D-323B-84BCC0756A90}"/>
              </a:ext>
            </a:extLst>
          </p:cNvPr>
          <p:cNvPicPr>
            <a:picLocks noChangeAspect="1"/>
          </p:cNvPicPr>
          <p:nvPr/>
        </p:nvPicPr>
        <p:blipFill>
          <a:blip r:embed="rId3"/>
          <a:stretch>
            <a:fillRect/>
          </a:stretch>
        </p:blipFill>
        <p:spPr>
          <a:xfrm>
            <a:off x="6096000" y="1834509"/>
            <a:ext cx="3952240" cy="1323438"/>
          </a:xfrm>
          <a:prstGeom prst="rect">
            <a:avLst/>
          </a:prstGeom>
        </p:spPr>
      </p:pic>
      <p:pic>
        <p:nvPicPr>
          <p:cNvPr id="25" name="Picture 24">
            <a:extLst>
              <a:ext uri="{FF2B5EF4-FFF2-40B4-BE49-F238E27FC236}">
                <a16:creationId xmlns:a16="http://schemas.microsoft.com/office/drawing/2014/main" id="{7C97068C-E794-3C18-819E-2A49769F9492}"/>
              </a:ext>
            </a:extLst>
          </p:cNvPr>
          <p:cNvPicPr>
            <a:picLocks noChangeAspect="1"/>
          </p:cNvPicPr>
          <p:nvPr/>
        </p:nvPicPr>
        <p:blipFill>
          <a:blip r:embed="rId4"/>
          <a:stretch>
            <a:fillRect/>
          </a:stretch>
        </p:blipFill>
        <p:spPr>
          <a:xfrm>
            <a:off x="6400562" y="3387534"/>
            <a:ext cx="2743438" cy="2072820"/>
          </a:xfrm>
          <a:prstGeom prst="rect">
            <a:avLst/>
          </a:prstGeom>
        </p:spPr>
      </p:pic>
      <p:pic>
        <p:nvPicPr>
          <p:cNvPr id="26" name="Google Shape;242;p14">
            <a:extLst>
              <a:ext uri="{FF2B5EF4-FFF2-40B4-BE49-F238E27FC236}">
                <a16:creationId xmlns:a16="http://schemas.microsoft.com/office/drawing/2014/main" id="{8CBEA7E6-3AD4-40D3-DD33-D434A737C200}"/>
              </a:ext>
            </a:extLst>
          </p:cNvPr>
          <p:cNvPicPr preferRelativeResize="0"/>
          <p:nvPr/>
        </p:nvPicPr>
        <p:blipFill rotWithShape="1">
          <a:blip r:embed="rId5">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2487348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337385-B6C3-7873-CDDD-FF302E2E3B37}"/>
              </a:ext>
            </a:extLst>
          </p:cNvPr>
          <p:cNvSpPr txBox="1"/>
          <p:nvPr/>
        </p:nvSpPr>
        <p:spPr>
          <a:xfrm>
            <a:off x="629920" y="518775"/>
            <a:ext cx="7904480" cy="646331"/>
          </a:xfrm>
          <a:prstGeom prst="rect">
            <a:avLst/>
          </a:prstGeom>
          <a:noFill/>
        </p:spPr>
        <p:txBody>
          <a:bodyPr wrap="square">
            <a:spAutoFit/>
          </a:bodyPr>
          <a:lstStyle/>
          <a:p>
            <a:r>
              <a:rPr lang="en-IN"/>
              <a:t>Write a query to return the email, first name, last name, &amp; Genre of all Rock Music listeners. Return your list ordered alphabetically by email starting with A</a:t>
            </a:r>
          </a:p>
        </p:txBody>
      </p:sp>
      <p:pic>
        <p:nvPicPr>
          <p:cNvPr id="7" name="Picture 6">
            <a:extLst>
              <a:ext uri="{FF2B5EF4-FFF2-40B4-BE49-F238E27FC236}">
                <a16:creationId xmlns:a16="http://schemas.microsoft.com/office/drawing/2014/main" id="{7DC8BD1E-0903-8D15-9D57-9EA88D798C0D}"/>
              </a:ext>
            </a:extLst>
          </p:cNvPr>
          <p:cNvPicPr>
            <a:picLocks noChangeAspect="1"/>
          </p:cNvPicPr>
          <p:nvPr/>
        </p:nvPicPr>
        <p:blipFill>
          <a:blip r:embed="rId2"/>
          <a:stretch>
            <a:fillRect/>
          </a:stretch>
        </p:blipFill>
        <p:spPr>
          <a:xfrm>
            <a:off x="816433" y="1605156"/>
            <a:ext cx="4598847" cy="3860923"/>
          </a:xfrm>
          <a:prstGeom prst="rect">
            <a:avLst/>
          </a:prstGeom>
        </p:spPr>
      </p:pic>
      <p:pic>
        <p:nvPicPr>
          <p:cNvPr id="9" name="Picture 8">
            <a:extLst>
              <a:ext uri="{FF2B5EF4-FFF2-40B4-BE49-F238E27FC236}">
                <a16:creationId xmlns:a16="http://schemas.microsoft.com/office/drawing/2014/main" id="{DA26F620-F8F1-AF5E-64B3-3B03B58D376D}"/>
              </a:ext>
            </a:extLst>
          </p:cNvPr>
          <p:cNvPicPr>
            <a:picLocks noChangeAspect="1"/>
          </p:cNvPicPr>
          <p:nvPr/>
        </p:nvPicPr>
        <p:blipFill>
          <a:blip r:embed="rId3"/>
          <a:stretch>
            <a:fillRect/>
          </a:stretch>
        </p:blipFill>
        <p:spPr>
          <a:xfrm>
            <a:off x="6022873" y="1751903"/>
            <a:ext cx="5023054" cy="3354194"/>
          </a:xfrm>
          <a:prstGeom prst="rect">
            <a:avLst/>
          </a:prstGeom>
        </p:spPr>
      </p:pic>
      <p:pic>
        <p:nvPicPr>
          <p:cNvPr id="10" name="Google Shape;242;p14">
            <a:extLst>
              <a:ext uri="{FF2B5EF4-FFF2-40B4-BE49-F238E27FC236}">
                <a16:creationId xmlns:a16="http://schemas.microsoft.com/office/drawing/2014/main" id="{DEB2757D-C634-F6EE-EF87-0E3A13779632}"/>
              </a:ext>
            </a:extLst>
          </p:cNvPr>
          <p:cNvPicPr preferRelativeResize="0"/>
          <p:nvPr/>
        </p:nvPicPr>
        <p:blipFill rotWithShape="1">
          <a:blip r:embed="rId4">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3614460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A6962B-A287-2359-7BA9-A6F0231DBA01}"/>
              </a:ext>
            </a:extLst>
          </p:cNvPr>
          <p:cNvPicPr>
            <a:picLocks noChangeAspect="1"/>
          </p:cNvPicPr>
          <p:nvPr/>
        </p:nvPicPr>
        <p:blipFill>
          <a:blip r:embed="rId2"/>
          <a:stretch>
            <a:fillRect/>
          </a:stretch>
        </p:blipFill>
        <p:spPr>
          <a:xfrm>
            <a:off x="1418378" y="2080068"/>
            <a:ext cx="4677622" cy="3325451"/>
          </a:xfrm>
          <a:prstGeom prst="rect">
            <a:avLst/>
          </a:prstGeom>
        </p:spPr>
      </p:pic>
      <p:pic>
        <p:nvPicPr>
          <p:cNvPr id="5" name="Google Shape;242;p14">
            <a:extLst>
              <a:ext uri="{FF2B5EF4-FFF2-40B4-BE49-F238E27FC236}">
                <a16:creationId xmlns:a16="http://schemas.microsoft.com/office/drawing/2014/main" id="{1B032529-1DFD-F309-1E29-79B9A3B982B3}"/>
              </a:ext>
            </a:extLst>
          </p:cNvPr>
          <p:cNvPicPr preferRelativeResize="0"/>
          <p:nvPr/>
        </p:nvPicPr>
        <p:blipFill rotWithShape="1">
          <a:blip r:embed="rId3">
            <a:alphaModFix/>
          </a:blip>
          <a:srcRect/>
          <a:stretch/>
        </p:blipFill>
        <p:spPr>
          <a:xfrm>
            <a:off x="9257265" y="6255780"/>
            <a:ext cx="2934735" cy="512574"/>
          </a:xfrm>
          <a:prstGeom prst="rect">
            <a:avLst/>
          </a:prstGeom>
          <a:noFill/>
          <a:ln>
            <a:noFill/>
          </a:ln>
        </p:spPr>
      </p:pic>
      <p:sp>
        <p:nvSpPr>
          <p:cNvPr id="6" name="TextBox 5">
            <a:extLst>
              <a:ext uri="{FF2B5EF4-FFF2-40B4-BE49-F238E27FC236}">
                <a16:creationId xmlns:a16="http://schemas.microsoft.com/office/drawing/2014/main" id="{768D22E4-8375-E945-1A15-5A8020F6D12E}"/>
              </a:ext>
            </a:extLst>
          </p:cNvPr>
          <p:cNvSpPr txBox="1"/>
          <p:nvPr/>
        </p:nvSpPr>
        <p:spPr>
          <a:xfrm>
            <a:off x="419351" y="806150"/>
            <a:ext cx="11353298" cy="646331"/>
          </a:xfrm>
          <a:prstGeom prst="rect">
            <a:avLst/>
          </a:prstGeom>
          <a:noFill/>
        </p:spPr>
        <p:txBody>
          <a:bodyPr wrap="square">
            <a:spAutoFit/>
          </a:bodyPr>
          <a:lstStyle/>
          <a:p>
            <a:r>
              <a:rPr lang="en-IN"/>
              <a:t>Return all the track names that have a song length longer than the average song length.Return the Name and Milliseconds for each track. Order by the song length, with the longest songs listed first </a:t>
            </a:r>
          </a:p>
        </p:txBody>
      </p:sp>
    </p:spTree>
    <p:extLst>
      <p:ext uri="{BB962C8B-B14F-4D97-AF65-F5344CB8AC3E}">
        <p14:creationId xmlns:p14="http://schemas.microsoft.com/office/powerpoint/2010/main" val="143797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49785F-C554-73C9-75F5-F9733E31CA60}"/>
              </a:ext>
            </a:extLst>
          </p:cNvPr>
          <p:cNvSpPr txBox="1"/>
          <p:nvPr/>
        </p:nvSpPr>
        <p:spPr>
          <a:xfrm>
            <a:off x="518160" y="559415"/>
            <a:ext cx="8239760" cy="646331"/>
          </a:xfrm>
          <a:prstGeom prst="rect">
            <a:avLst/>
          </a:prstGeom>
          <a:noFill/>
        </p:spPr>
        <p:txBody>
          <a:bodyPr wrap="square">
            <a:spAutoFit/>
          </a:bodyPr>
          <a:lstStyle/>
          <a:p>
            <a:r>
              <a:rPr lang="en-IN"/>
              <a:t>Let's invite the artists who have written the most rock music in our dataset. Write a query that returns the Artist name and total track count of the top 10 rock bands </a:t>
            </a:r>
          </a:p>
        </p:txBody>
      </p:sp>
      <p:pic>
        <p:nvPicPr>
          <p:cNvPr id="5" name="Picture 4">
            <a:extLst>
              <a:ext uri="{FF2B5EF4-FFF2-40B4-BE49-F238E27FC236}">
                <a16:creationId xmlns:a16="http://schemas.microsoft.com/office/drawing/2014/main" id="{A88B9E38-D805-D5E3-DCFF-31A67867BAC1}"/>
              </a:ext>
            </a:extLst>
          </p:cNvPr>
          <p:cNvPicPr>
            <a:picLocks noChangeAspect="1"/>
          </p:cNvPicPr>
          <p:nvPr/>
        </p:nvPicPr>
        <p:blipFill>
          <a:blip r:embed="rId2"/>
          <a:stretch>
            <a:fillRect/>
          </a:stretch>
        </p:blipFill>
        <p:spPr>
          <a:xfrm>
            <a:off x="1259840" y="1539097"/>
            <a:ext cx="3810103" cy="4048903"/>
          </a:xfrm>
          <a:prstGeom prst="rect">
            <a:avLst/>
          </a:prstGeom>
        </p:spPr>
      </p:pic>
      <p:pic>
        <p:nvPicPr>
          <p:cNvPr id="7" name="Picture 6">
            <a:extLst>
              <a:ext uri="{FF2B5EF4-FFF2-40B4-BE49-F238E27FC236}">
                <a16:creationId xmlns:a16="http://schemas.microsoft.com/office/drawing/2014/main" id="{D0D76353-C487-7183-69DC-24368F934827}"/>
              </a:ext>
            </a:extLst>
          </p:cNvPr>
          <p:cNvPicPr>
            <a:picLocks noChangeAspect="1"/>
          </p:cNvPicPr>
          <p:nvPr/>
        </p:nvPicPr>
        <p:blipFill>
          <a:blip r:embed="rId3"/>
          <a:stretch>
            <a:fillRect/>
          </a:stretch>
        </p:blipFill>
        <p:spPr>
          <a:xfrm>
            <a:off x="6502400" y="1788160"/>
            <a:ext cx="4236719" cy="3281680"/>
          </a:xfrm>
          <a:prstGeom prst="rect">
            <a:avLst/>
          </a:prstGeom>
        </p:spPr>
      </p:pic>
      <p:pic>
        <p:nvPicPr>
          <p:cNvPr id="8" name="Google Shape;242;p14">
            <a:extLst>
              <a:ext uri="{FF2B5EF4-FFF2-40B4-BE49-F238E27FC236}">
                <a16:creationId xmlns:a16="http://schemas.microsoft.com/office/drawing/2014/main" id="{080CCAB1-0E66-92FA-638B-B7723799C608}"/>
              </a:ext>
            </a:extLst>
          </p:cNvPr>
          <p:cNvPicPr preferRelativeResize="0"/>
          <p:nvPr/>
        </p:nvPicPr>
        <p:blipFill rotWithShape="1">
          <a:blip r:embed="rId4">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1567652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8D0495-6907-C57E-2F93-8876D4F327F8}"/>
              </a:ext>
            </a:extLst>
          </p:cNvPr>
          <p:cNvSpPr txBox="1"/>
          <p:nvPr/>
        </p:nvSpPr>
        <p:spPr>
          <a:xfrm>
            <a:off x="599440" y="600055"/>
            <a:ext cx="7894320" cy="646331"/>
          </a:xfrm>
          <a:prstGeom prst="rect">
            <a:avLst/>
          </a:prstGeom>
          <a:noFill/>
        </p:spPr>
        <p:txBody>
          <a:bodyPr wrap="square">
            <a:spAutoFit/>
          </a:bodyPr>
          <a:lstStyle/>
          <a:p>
            <a:r>
              <a:rPr lang="en-IN"/>
              <a:t>Find how much amount is spent by each customer on artists? Write a query to return  customer name, artist name and total spent </a:t>
            </a:r>
          </a:p>
        </p:txBody>
      </p:sp>
      <p:pic>
        <p:nvPicPr>
          <p:cNvPr id="5" name="Picture 4">
            <a:extLst>
              <a:ext uri="{FF2B5EF4-FFF2-40B4-BE49-F238E27FC236}">
                <a16:creationId xmlns:a16="http://schemas.microsoft.com/office/drawing/2014/main" id="{AA09465B-E3E0-A892-A6FF-ED182B76C481}"/>
              </a:ext>
            </a:extLst>
          </p:cNvPr>
          <p:cNvPicPr>
            <a:picLocks noChangeAspect="1"/>
          </p:cNvPicPr>
          <p:nvPr/>
        </p:nvPicPr>
        <p:blipFill>
          <a:blip r:embed="rId2"/>
          <a:stretch>
            <a:fillRect/>
          </a:stretch>
        </p:blipFill>
        <p:spPr>
          <a:xfrm>
            <a:off x="673976" y="1399407"/>
            <a:ext cx="9076207" cy="3599313"/>
          </a:xfrm>
          <a:prstGeom prst="rect">
            <a:avLst/>
          </a:prstGeom>
        </p:spPr>
      </p:pic>
      <p:pic>
        <p:nvPicPr>
          <p:cNvPr id="7" name="Picture 6">
            <a:extLst>
              <a:ext uri="{FF2B5EF4-FFF2-40B4-BE49-F238E27FC236}">
                <a16:creationId xmlns:a16="http://schemas.microsoft.com/office/drawing/2014/main" id="{8748D2E0-7C38-2777-704A-E77038B6730F}"/>
              </a:ext>
            </a:extLst>
          </p:cNvPr>
          <p:cNvPicPr>
            <a:picLocks noChangeAspect="1"/>
          </p:cNvPicPr>
          <p:nvPr/>
        </p:nvPicPr>
        <p:blipFill>
          <a:blip r:embed="rId3"/>
          <a:stretch>
            <a:fillRect/>
          </a:stretch>
        </p:blipFill>
        <p:spPr>
          <a:xfrm>
            <a:off x="5901506" y="2203329"/>
            <a:ext cx="4229467" cy="3063506"/>
          </a:xfrm>
          <a:prstGeom prst="rect">
            <a:avLst/>
          </a:prstGeom>
        </p:spPr>
      </p:pic>
      <p:pic>
        <p:nvPicPr>
          <p:cNvPr id="8" name="Google Shape;242;p14">
            <a:extLst>
              <a:ext uri="{FF2B5EF4-FFF2-40B4-BE49-F238E27FC236}">
                <a16:creationId xmlns:a16="http://schemas.microsoft.com/office/drawing/2014/main" id="{21208703-74D2-C77E-77EB-B5A00291FFF4}"/>
              </a:ext>
            </a:extLst>
          </p:cNvPr>
          <p:cNvPicPr preferRelativeResize="0"/>
          <p:nvPr/>
        </p:nvPicPr>
        <p:blipFill rotWithShape="1">
          <a:blip r:embed="rId4">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1230899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2FA393-1A76-7807-A24F-E61A51A62AA3}"/>
              </a:ext>
            </a:extLst>
          </p:cNvPr>
          <p:cNvSpPr txBox="1"/>
          <p:nvPr/>
        </p:nvSpPr>
        <p:spPr>
          <a:xfrm>
            <a:off x="331594" y="373858"/>
            <a:ext cx="6300317" cy="1938992"/>
          </a:xfrm>
          <a:prstGeom prst="rect">
            <a:avLst/>
          </a:prstGeom>
          <a:noFill/>
        </p:spPr>
        <p:txBody>
          <a:bodyPr wrap="square">
            <a:spAutoFit/>
          </a:bodyPr>
          <a:lstStyle/>
          <a:p>
            <a:pPr algn="just"/>
            <a:r>
              <a:rPr lang="en-IN" sz="2000">
                <a:latin typeface="Times New Roman" panose="02020603050405020304" pitchFamily="18" charset="0"/>
                <a:cs typeface="Times New Roman" panose="02020603050405020304" pitchFamily="18" charset="0"/>
              </a:rPr>
              <a:t>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a:t>
            </a:r>
          </a:p>
        </p:txBody>
      </p:sp>
      <p:pic>
        <p:nvPicPr>
          <p:cNvPr id="5" name="Picture 4">
            <a:extLst>
              <a:ext uri="{FF2B5EF4-FFF2-40B4-BE49-F238E27FC236}">
                <a16:creationId xmlns:a16="http://schemas.microsoft.com/office/drawing/2014/main" id="{B84032F4-F268-9437-673A-E90CBE0E2D8C}"/>
              </a:ext>
            </a:extLst>
          </p:cNvPr>
          <p:cNvPicPr>
            <a:picLocks noChangeAspect="1"/>
          </p:cNvPicPr>
          <p:nvPr/>
        </p:nvPicPr>
        <p:blipFill>
          <a:blip r:embed="rId2"/>
          <a:stretch>
            <a:fillRect/>
          </a:stretch>
        </p:blipFill>
        <p:spPr>
          <a:xfrm>
            <a:off x="476691" y="2984360"/>
            <a:ext cx="4999661" cy="3235570"/>
          </a:xfrm>
          <a:prstGeom prst="rect">
            <a:avLst/>
          </a:prstGeom>
        </p:spPr>
      </p:pic>
      <p:pic>
        <p:nvPicPr>
          <p:cNvPr id="7" name="Picture 6">
            <a:extLst>
              <a:ext uri="{FF2B5EF4-FFF2-40B4-BE49-F238E27FC236}">
                <a16:creationId xmlns:a16="http://schemas.microsoft.com/office/drawing/2014/main" id="{B086CF4F-6D15-040C-0B2F-DF3C0E182712}"/>
              </a:ext>
            </a:extLst>
          </p:cNvPr>
          <p:cNvPicPr>
            <a:picLocks noChangeAspect="1"/>
          </p:cNvPicPr>
          <p:nvPr/>
        </p:nvPicPr>
        <p:blipFill>
          <a:blip r:embed="rId3"/>
          <a:stretch>
            <a:fillRect/>
          </a:stretch>
        </p:blipFill>
        <p:spPr>
          <a:xfrm>
            <a:off x="7159856" y="358445"/>
            <a:ext cx="4464004" cy="3705555"/>
          </a:xfrm>
          <a:prstGeom prst="rect">
            <a:avLst/>
          </a:prstGeom>
        </p:spPr>
      </p:pic>
      <p:pic>
        <p:nvPicPr>
          <p:cNvPr id="9" name="Picture 8">
            <a:extLst>
              <a:ext uri="{FF2B5EF4-FFF2-40B4-BE49-F238E27FC236}">
                <a16:creationId xmlns:a16="http://schemas.microsoft.com/office/drawing/2014/main" id="{9A1CA71B-6BBA-CCB9-15AF-07C69B0C5266}"/>
              </a:ext>
            </a:extLst>
          </p:cNvPr>
          <p:cNvPicPr>
            <a:picLocks noChangeAspect="1"/>
          </p:cNvPicPr>
          <p:nvPr/>
        </p:nvPicPr>
        <p:blipFill>
          <a:blip r:embed="rId4"/>
          <a:stretch>
            <a:fillRect/>
          </a:stretch>
        </p:blipFill>
        <p:spPr>
          <a:xfrm>
            <a:off x="7078576" y="4165627"/>
            <a:ext cx="4114395" cy="1988526"/>
          </a:xfrm>
          <a:prstGeom prst="rect">
            <a:avLst/>
          </a:prstGeom>
        </p:spPr>
      </p:pic>
      <p:pic>
        <p:nvPicPr>
          <p:cNvPr id="10" name="Google Shape;242;p14">
            <a:extLst>
              <a:ext uri="{FF2B5EF4-FFF2-40B4-BE49-F238E27FC236}">
                <a16:creationId xmlns:a16="http://schemas.microsoft.com/office/drawing/2014/main" id="{709B79B5-B54F-AF33-4BBC-F41F89F661F8}"/>
              </a:ext>
            </a:extLst>
          </p:cNvPr>
          <p:cNvPicPr preferRelativeResize="0"/>
          <p:nvPr/>
        </p:nvPicPr>
        <p:blipFill rotWithShape="1">
          <a:blip r:embed="rId5">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3373087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1A99E3-8CA2-0349-B69E-662A731692D0}"/>
              </a:ext>
            </a:extLst>
          </p:cNvPr>
          <p:cNvSpPr txBox="1"/>
          <p:nvPr/>
        </p:nvSpPr>
        <p:spPr>
          <a:xfrm>
            <a:off x="271306" y="393953"/>
            <a:ext cx="8629021" cy="1200329"/>
          </a:xfrm>
          <a:prstGeom prst="rect">
            <a:avLst/>
          </a:prstGeom>
          <a:noFill/>
        </p:spPr>
        <p:txBody>
          <a:bodyPr wrap="square">
            <a:spAutoFit/>
          </a:bodyPr>
          <a:lstStyle/>
          <a:p>
            <a:r>
              <a:rPr lang="en-IN"/>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p:txBody>
      </p:sp>
      <p:pic>
        <p:nvPicPr>
          <p:cNvPr id="6" name="Picture 5">
            <a:extLst>
              <a:ext uri="{FF2B5EF4-FFF2-40B4-BE49-F238E27FC236}">
                <a16:creationId xmlns:a16="http://schemas.microsoft.com/office/drawing/2014/main" id="{3CB2DBCB-DA8F-AB08-E747-E3DFA3C04382}"/>
              </a:ext>
            </a:extLst>
          </p:cNvPr>
          <p:cNvPicPr>
            <a:picLocks noChangeAspect="1"/>
          </p:cNvPicPr>
          <p:nvPr/>
        </p:nvPicPr>
        <p:blipFill>
          <a:blip r:embed="rId2"/>
          <a:stretch>
            <a:fillRect/>
          </a:stretch>
        </p:blipFill>
        <p:spPr>
          <a:xfrm>
            <a:off x="436881" y="1732121"/>
            <a:ext cx="5821862" cy="4455319"/>
          </a:xfrm>
          <a:prstGeom prst="rect">
            <a:avLst/>
          </a:prstGeom>
        </p:spPr>
      </p:pic>
      <p:pic>
        <p:nvPicPr>
          <p:cNvPr id="8" name="Picture 7">
            <a:extLst>
              <a:ext uri="{FF2B5EF4-FFF2-40B4-BE49-F238E27FC236}">
                <a16:creationId xmlns:a16="http://schemas.microsoft.com/office/drawing/2014/main" id="{54D0401E-ABEE-CCBB-C705-618283189A5C}"/>
              </a:ext>
            </a:extLst>
          </p:cNvPr>
          <p:cNvPicPr>
            <a:picLocks noChangeAspect="1"/>
          </p:cNvPicPr>
          <p:nvPr/>
        </p:nvPicPr>
        <p:blipFill>
          <a:blip r:embed="rId3"/>
          <a:stretch>
            <a:fillRect/>
          </a:stretch>
        </p:blipFill>
        <p:spPr>
          <a:xfrm>
            <a:off x="6475582" y="1594283"/>
            <a:ext cx="3836818" cy="1413077"/>
          </a:xfrm>
          <a:prstGeom prst="rect">
            <a:avLst/>
          </a:prstGeom>
        </p:spPr>
      </p:pic>
      <p:pic>
        <p:nvPicPr>
          <p:cNvPr id="10" name="Picture 9">
            <a:extLst>
              <a:ext uri="{FF2B5EF4-FFF2-40B4-BE49-F238E27FC236}">
                <a16:creationId xmlns:a16="http://schemas.microsoft.com/office/drawing/2014/main" id="{58C22A12-ECDE-E191-E0C9-B302DF4783E9}"/>
              </a:ext>
            </a:extLst>
          </p:cNvPr>
          <p:cNvPicPr>
            <a:picLocks noChangeAspect="1"/>
          </p:cNvPicPr>
          <p:nvPr/>
        </p:nvPicPr>
        <p:blipFill>
          <a:blip r:embed="rId4"/>
          <a:stretch>
            <a:fillRect/>
          </a:stretch>
        </p:blipFill>
        <p:spPr>
          <a:xfrm>
            <a:off x="6506229" y="3007360"/>
            <a:ext cx="3836818" cy="2926080"/>
          </a:xfrm>
          <a:prstGeom prst="rect">
            <a:avLst/>
          </a:prstGeom>
        </p:spPr>
      </p:pic>
      <p:pic>
        <p:nvPicPr>
          <p:cNvPr id="11" name="Google Shape;242;p14">
            <a:extLst>
              <a:ext uri="{FF2B5EF4-FFF2-40B4-BE49-F238E27FC236}">
                <a16:creationId xmlns:a16="http://schemas.microsoft.com/office/drawing/2014/main" id="{64340184-DF29-EAE4-5D9A-42E2AFAC4BBD}"/>
              </a:ext>
            </a:extLst>
          </p:cNvPr>
          <p:cNvPicPr preferRelativeResize="0"/>
          <p:nvPr/>
        </p:nvPicPr>
        <p:blipFill rotWithShape="1">
          <a:blip r:embed="rId5">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1862206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DE2054-A448-ABEB-AA3E-D91F6B1DAA12}"/>
              </a:ext>
            </a:extLst>
          </p:cNvPr>
          <p:cNvSpPr txBox="1"/>
          <p:nvPr/>
        </p:nvSpPr>
        <p:spPr>
          <a:xfrm>
            <a:off x="508000" y="355600"/>
            <a:ext cx="4683760" cy="800219"/>
          </a:xfrm>
          <a:prstGeom prst="rect">
            <a:avLst/>
          </a:prstGeom>
          <a:noFill/>
        </p:spPr>
        <p:txBody>
          <a:bodyPr wrap="square" rtlCol="0">
            <a:spAutoFit/>
          </a:bodyPr>
          <a:lstStyle/>
          <a:p>
            <a:r>
              <a:rPr lang="en-IN" sz="2800" b="1">
                <a:solidFill>
                  <a:srgbClr val="FF0000"/>
                </a:solidFill>
                <a:latin typeface="Times New Roman" panose="02020603050405020304" pitchFamily="18" charset="0"/>
                <a:cs typeface="Times New Roman" panose="02020603050405020304" pitchFamily="18" charset="0"/>
              </a:rPr>
              <a:t>Key Insights &amp; Findings</a:t>
            </a:r>
          </a:p>
          <a:p>
            <a:endParaRPr lang="en-IN"/>
          </a:p>
        </p:txBody>
      </p:sp>
      <p:sp>
        <p:nvSpPr>
          <p:cNvPr id="3" name="TextBox 2">
            <a:extLst>
              <a:ext uri="{FF2B5EF4-FFF2-40B4-BE49-F238E27FC236}">
                <a16:creationId xmlns:a16="http://schemas.microsoft.com/office/drawing/2014/main" id="{9ADD5DF9-A8F8-09B9-6B49-45E00F465C33}"/>
              </a:ext>
            </a:extLst>
          </p:cNvPr>
          <p:cNvSpPr txBox="1"/>
          <p:nvPr/>
        </p:nvSpPr>
        <p:spPr>
          <a:xfrm>
            <a:off x="457200" y="1036320"/>
            <a:ext cx="11094720" cy="50285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Identified the </a:t>
            </a:r>
            <a:r>
              <a:rPr lang="en-IN" b="1">
                <a:latin typeface="Times New Roman" panose="02020603050405020304" pitchFamily="18" charset="0"/>
                <a:cs typeface="Times New Roman" panose="02020603050405020304" pitchFamily="18" charset="0"/>
              </a:rPr>
              <a:t>highest-spending customers</a:t>
            </a:r>
            <a:r>
              <a:rPr lang="en-IN">
                <a:latin typeface="Times New Roman" panose="02020603050405020304" pitchFamily="18" charset="0"/>
                <a:cs typeface="Times New Roman" panose="02020603050405020304" pitchFamily="18" charset="0"/>
              </a:rPr>
              <a:t>, enabling the business to target premium customers with personalized offers and loyalty programs. </a:t>
            </a:r>
          </a:p>
          <a:p>
            <a:pPr marL="285750" indent="-285750" algn="just">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Determined the </a:t>
            </a:r>
            <a:r>
              <a:rPr lang="en-IN" b="1">
                <a:latin typeface="Times New Roman" panose="02020603050405020304" pitchFamily="18" charset="0"/>
                <a:cs typeface="Times New Roman" panose="02020603050405020304" pitchFamily="18" charset="0"/>
              </a:rPr>
              <a:t>top-performing music genres across different countries</a:t>
            </a:r>
            <a:r>
              <a:rPr lang="en-IN">
                <a:latin typeface="Times New Roman" panose="02020603050405020304" pitchFamily="18" charset="0"/>
                <a:cs typeface="Times New Roman" panose="02020603050405020304" pitchFamily="18" charset="0"/>
              </a:rPr>
              <a:t>, revealing regional music preferences and market trends. </a:t>
            </a:r>
          </a:p>
          <a:p>
            <a:pPr marL="285750" indent="-285750" algn="just">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Analyzed sales data to identify the </a:t>
            </a:r>
            <a:r>
              <a:rPr lang="en-IN" b="1">
                <a:latin typeface="Times New Roman" panose="02020603050405020304" pitchFamily="18" charset="0"/>
                <a:cs typeface="Times New Roman" panose="02020603050405020304" pitchFamily="18" charset="0"/>
              </a:rPr>
              <a:t>cities and countries generating the highest revenue</a:t>
            </a:r>
            <a:r>
              <a:rPr lang="en-IN">
                <a:latin typeface="Times New Roman" panose="02020603050405020304" pitchFamily="18" charset="0"/>
                <a:cs typeface="Times New Roman" panose="02020603050405020304" pitchFamily="18" charset="0"/>
              </a:rPr>
              <a:t>, helping prioritize future marketing and promotional activities. </a:t>
            </a:r>
          </a:p>
          <a:p>
            <a:pPr marL="285750" indent="-285750" algn="just">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Discovered the </a:t>
            </a:r>
            <a:r>
              <a:rPr lang="en-IN" b="1">
                <a:latin typeface="Times New Roman" panose="02020603050405020304" pitchFamily="18" charset="0"/>
                <a:cs typeface="Times New Roman" panose="02020603050405020304" pitchFamily="18" charset="0"/>
              </a:rPr>
              <a:t>most popular artists and rock bands</a:t>
            </a:r>
            <a:r>
              <a:rPr lang="en-IN">
                <a:latin typeface="Times New Roman" panose="02020603050405020304" pitchFamily="18" charset="0"/>
                <a:cs typeface="Times New Roman" panose="02020603050405020304" pitchFamily="18" charset="0"/>
              </a:rPr>
              <a:t> based on track purchases, providing insights for artist collaborations and promotional campaigns. </a:t>
            </a:r>
          </a:p>
          <a:p>
            <a:pPr marL="285750" indent="-285750" algn="just">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Found significant variations in customer spending behavior across markets, highlighting opportunities for targeted customer engagement strategies. </a:t>
            </a:r>
          </a:p>
          <a:p>
            <a:pPr marL="285750" indent="-285750" algn="just">
              <a:lnSpc>
                <a:spcPct val="15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Identified tracks and albums contributing the most to sales, enabling the business to optimize recommendations and improve revenue generation</a:t>
            </a:r>
          </a:p>
        </p:txBody>
      </p:sp>
      <p:pic>
        <p:nvPicPr>
          <p:cNvPr id="4" name="Google Shape;242;p14">
            <a:extLst>
              <a:ext uri="{FF2B5EF4-FFF2-40B4-BE49-F238E27FC236}">
                <a16:creationId xmlns:a16="http://schemas.microsoft.com/office/drawing/2014/main" id="{88A0D010-7E83-85E2-0709-D014D2BB43BB}"/>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108988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6BF08E-90B8-25A1-922A-2FC67748A44A}"/>
              </a:ext>
            </a:extLst>
          </p:cNvPr>
          <p:cNvSpPr txBox="1"/>
          <p:nvPr/>
        </p:nvSpPr>
        <p:spPr>
          <a:xfrm>
            <a:off x="751840" y="1371600"/>
            <a:ext cx="10190480" cy="3139321"/>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Identified key revenue drivers, customer segments, and music preferences. </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Focus on retaining high-value customers through targeted promotions. </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Promote top genres and artists to maximize sales. </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Prioritize high-performing markets while expanding growth opportunities. </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Use data-driven insights to improve profitability and business growth. </a:t>
            </a:r>
          </a:p>
          <a:p>
            <a:endParaRPr lang="en-IN"/>
          </a:p>
        </p:txBody>
      </p:sp>
      <p:sp>
        <p:nvSpPr>
          <p:cNvPr id="3" name="TextBox 2">
            <a:extLst>
              <a:ext uri="{FF2B5EF4-FFF2-40B4-BE49-F238E27FC236}">
                <a16:creationId xmlns:a16="http://schemas.microsoft.com/office/drawing/2014/main" id="{095F1A4D-5C5E-A256-36C2-EB18C12620B5}"/>
              </a:ext>
            </a:extLst>
          </p:cNvPr>
          <p:cNvSpPr txBox="1"/>
          <p:nvPr/>
        </p:nvSpPr>
        <p:spPr>
          <a:xfrm>
            <a:off x="751840" y="701040"/>
            <a:ext cx="7711440" cy="800219"/>
          </a:xfrm>
          <a:prstGeom prst="rect">
            <a:avLst/>
          </a:prstGeom>
          <a:noFill/>
        </p:spPr>
        <p:txBody>
          <a:bodyPr wrap="square" rtlCol="0">
            <a:spAutoFit/>
          </a:bodyPr>
          <a:lstStyle/>
          <a:p>
            <a:r>
              <a:rPr lang="en-IN" sz="2800" b="1">
                <a:solidFill>
                  <a:srgbClr val="FF0000"/>
                </a:solidFill>
                <a:latin typeface="Times New Roman" panose="02020603050405020304" pitchFamily="18" charset="0"/>
                <a:cs typeface="Times New Roman" panose="02020603050405020304" pitchFamily="18" charset="0"/>
              </a:rPr>
              <a:t>Business Recommendations</a:t>
            </a:r>
          </a:p>
          <a:p>
            <a:endParaRPr lang="en-IN"/>
          </a:p>
        </p:txBody>
      </p:sp>
      <p:pic>
        <p:nvPicPr>
          <p:cNvPr id="4" name="Google Shape;242;p14">
            <a:extLst>
              <a:ext uri="{FF2B5EF4-FFF2-40B4-BE49-F238E27FC236}">
                <a16:creationId xmlns:a16="http://schemas.microsoft.com/office/drawing/2014/main" id="{B5459E3F-A4C7-2F1B-223D-9FBBBAC4B9BC}"/>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3043463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D27DE1-F851-8529-A2E6-937F877CA86E}"/>
              </a:ext>
            </a:extLst>
          </p:cNvPr>
          <p:cNvSpPr txBox="1"/>
          <p:nvPr/>
        </p:nvSpPr>
        <p:spPr>
          <a:xfrm>
            <a:off x="548640" y="426283"/>
            <a:ext cx="6096000" cy="661207"/>
          </a:xfrm>
          <a:prstGeom prst="rect">
            <a:avLst/>
          </a:prstGeom>
          <a:noFill/>
        </p:spPr>
        <p:txBody>
          <a:bodyPr wrap="square">
            <a:spAutoFit/>
          </a:bodyPr>
          <a:lstStyle/>
          <a:p>
            <a:pPr>
              <a:lnSpc>
                <a:spcPct val="150000"/>
              </a:lnSpc>
            </a:pPr>
            <a:r>
              <a:rPr lang="en-IN" sz="2800" b="1">
                <a:solidFill>
                  <a:srgbClr val="FF0000"/>
                </a:solidFill>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5838F9AA-227D-DA7E-34AD-64A389AA7495}"/>
              </a:ext>
            </a:extLst>
          </p:cNvPr>
          <p:cNvSpPr txBox="1"/>
          <p:nvPr/>
        </p:nvSpPr>
        <p:spPr>
          <a:xfrm>
            <a:off x="548640" y="1442720"/>
            <a:ext cx="10078720" cy="2787751"/>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Identified key customer spending and purchasing patterns.</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Analyzed top-performing artists, genres, and tracks. </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Determined the highest revenue-generating cities and countries. </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Uncovered valuable insights to support marketing and sales strategies.</a:t>
            </a:r>
          </a:p>
          <a:p>
            <a:pPr marL="285750" indent="-285750" algn="just">
              <a:lnSpc>
                <a:spcPct val="200000"/>
              </a:lnSpc>
              <a:buFont typeface="Arial" panose="020B0604020202020204" pitchFamily="34" charset="0"/>
              <a:buChar char="•"/>
            </a:pPr>
            <a:r>
              <a:rPr lang="en-IN">
                <a:latin typeface="Times New Roman" panose="02020603050405020304" pitchFamily="18" charset="0"/>
                <a:cs typeface="Times New Roman" panose="02020603050405020304" pitchFamily="18" charset="0"/>
              </a:rPr>
              <a:t>Enabled data-driven decision-making for business growth and profitability.</a:t>
            </a:r>
          </a:p>
        </p:txBody>
      </p:sp>
      <p:pic>
        <p:nvPicPr>
          <p:cNvPr id="7" name="Google Shape;242;p14">
            <a:extLst>
              <a:ext uri="{FF2B5EF4-FFF2-40B4-BE49-F238E27FC236}">
                <a16:creationId xmlns:a16="http://schemas.microsoft.com/office/drawing/2014/main" id="{B8FB8ED3-D621-4E7C-F22D-8619899B0D30}"/>
              </a:ext>
            </a:extLst>
          </p:cNvPr>
          <p:cNvPicPr preferRelativeResize="0"/>
          <p:nvPr/>
        </p:nvPicPr>
        <p:blipFill rotWithShape="1">
          <a:blip r:embed="rId2">
            <a:alphaModFix/>
          </a:blip>
          <a:srcRect/>
          <a:stretch/>
        </p:blipFill>
        <p:spPr>
          <a:xfrm>
            <a:off x="9257265" y="6255780"/>
            <a:ext cx="2934735" cy="512574"/>
          </a:xfrm>
          <a:prstGeom prst="rect">
            <a:avLst/>
          </a:prstGeom>
          <a:noFill/>
          <a:ln>
            <a:noFill/>
          </a:ln>
        </p:spPr>
      </p:pic>
    </p:spTree>
    <p:extLst>
      <p:ext uri="{BB962C8B-B14F-4D97-AF65-F5344CB8AC3E}">
        <p14:creationId xmlns:p14="http://schemas.microsoft.com/office/powerpoint/2010/main" val="3206270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51;p15">
            <a:extLst>
              <a:ext uri="{FF2B5EF4-FFF2-40B4-BE49-F238E27FC236}">
                <a16:creationId xmlns:a16="http://schemas.microsoft.com/office/drawing/2014/main" id="{4F849031-4C6D-3137-A5B5-72BAF68CAFF5}"/>
              </a:ext>
            </a:extLst>
          </p:cNvPr>
          <p:cNvPicPr preferRelativeResize="0"/>
          <p:nvPr/>
        </p:nvPicPr>
        <p:blipFill rotWithShape="1">
          <a:blip r:embed="rId2">
            <a:alphaModFix/>
          </a:blip>
          <a:srcRect/>
          <a:stretch/>
        </p:blipFill>
        <p:spPr>
          <a:xfrm>
            <a:off x="1726506" y="1708515"/>
            <a:ext cx="8129393" cy="3007775"/>
          </a:xfrm>
          <a:prstGeom prst="rect">
            <a:avLst/>
          </a:prstGeom>
          <a:noFill/>
          <a:ln>
            <a:noFill/>
          </a:ln>
        </p:spPr>
      </p:pic>
    </p:spTree>
    <p:extLst>
      <p:ext uri="{BB962C8B-B14F-4D97-AF65-F5344CB8AC3E}">
        <p14:creationId xmlns:p14="http://schemas.microsoft.com/office/powerpoint/2010/main" val="70808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56;p16">
            <a:extLst>
              <a:ext uri="{FF2B5EF4-FFF2-40B4-BE49-F238E27FC236}">
                <a16:creationId xmlns:a16="http://schemas.microsoft.com/office/drawing/2014/main" id="{F4D2E1DD-20A5-9B73-F6C0-D0B552B7FE54}"/>
              </a:ext>
            </a:extLst>
          </p:cNvPr>
          <p:cNvPicPr preferRelativeResize="0"/>
          <p:nvPr/>
        </p:nvPicPr>
        <p:blipFill rotWithShape="1">
          <a:blip r:embed="rId2">
            <a:alphaModFix/>
          </a:blip>
          <a:srcRect l="608" t="2063"/>
          <a:stretch/>
        </p:blipFill>
        <p:spPr>
          <a:xfrm>
            <a:off x="0" y="0"/>
            <a:ext cx="12192000" cy="6858001"/>
          </a:xfrm>
          <a:prstGeom prst="rect">
            <a:avLst/>
          </a:prstGeom>
          <a:noFill/>
          <a:ln>
            <a:noFill/>
          </a:ln>
        </p:spPr>
      </p:pic>
    </p:spTree>
    <p:extLst>
      <p:ext uri="{BB962C8B-B14F-4D97-AF65-F5344CB8AC3E}">
        <p14:creationId xmlns:p14="http://schemas.microsoft.com/office/powerpoint/2010/main" val="2367059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781</Words>
  <Application>Microsoft Office PowerPoint</Application>
  <PresentationFormat>Widescreen</PresentationFormat>
  <Paragraphs>52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Times New Roman</vt: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Akshitha Yasala</dc:creator>
  <cp:lastModifiedBy>Akshitha Yasala</cp:lastModifiedBy>
  <cp:revision>1</cp:revision>
  <dcterms:created xsi:type="dcterms:W3CDTF">2026-06-19T10:11:00Z</dcterms:created>
  <dcterms:modified xsi:type="dcterms:W3CDTF">2026-06-20T02:40:02Z</dcterms:modified>
</cp:coreProperties>
</file>